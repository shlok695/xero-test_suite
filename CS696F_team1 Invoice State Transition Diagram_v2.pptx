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90296B6-D986-0D4F-B898-4AAC52D92983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35"/>
  </p:normalViewPr>
  <p:slideViewPr>
    <p:cSldViewPr snapToGrid="0">
      <p:cViewPr varScale="1">
        <p:scale>
          <a:sx n="120" d="100"/>
          <a:sy n="120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01DA3-A1E8-E2F1-281D-03CC66217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747D0-9AC8-2FF2-E723-5BD7C8564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9901F-2EBE-F5B4-7863-4FD39A12A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D2F2-CCB0-9842-80FB-91B8BF7AF3C2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3A64A-354B-073B-149C-A55C8797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62469-34DF-6666-DEC3-9490EDCB7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99FF8-A003-2B43-9655-7F6838A00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09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101C0-BC94-B981-3044-A6F2DD696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31162-47E6-3594-683B-B549BB045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72143-11AF-6F17-C55E-E99BFD1FD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D2F2-CCB0-9842-80FB-91B8BF7AF3C2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C6C57-3E51-38F9-824D-E932055ED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905C2-1B2D-CCE0-A821-45DA148DF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99FF8-A003-2B43-9655-7F6838A00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227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49071-E4B7-F921-4B80-F02A2D0FE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CF811-6B5B-D410-B651-D1E0031BE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A9ED5-2A7C-D318-DA13-1B8FB86A9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D2F2-CCB0-9842-80FB-91B8BF7AF3C2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B0F22-58DB-1EFD-23DC-38EC65FC7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74D11-E8B6-07C6-84FC-66C06A2F4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99FF8-A003-2B43-9655-7F6838A00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43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54936-42BC-F39E-969D-0505F585E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3DC4C-F1C5-9A85-B36C-7AD491D7D5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6D8E8-42DA-49A9-7A3E-9C2B478B7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DCF84-D80C-4529-5AEF-3A6F0C392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D2F2-CCB0-9842-80FB-91B8BF7AF3C2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C70F3-9CF9-6448-D8CF-6E2D39448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8FED99-9662-880C-71A0-FDCE80704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99FF8-A003-2B43-9655-7F6838A00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353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36758-7A2B-1E9E-DBA2-8E487351E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E39D0-4BC4-747D-4F59-60CA05510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1BA90-2950-6ABF-30A9-DC698FBEA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C11509-43AC-0929-5FA8-276BFEB7FA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728448-49B5-1AD5-1885-5F43B3ABB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CA5755-B54A-A16B-30F6-0BC994549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D2F2-CCB0-9842-80FB-91B8BF7AF3C2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BCCE5-AB26-192D-6625-88E272BE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805DB2-4DB8-F094-738F-A35A1C503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99FF8-A003-2B43-9655-7F6838A00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57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5A1F-0F8B-EE30-9EAA-4138BCE4C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667B3D-F065-667E-55D2-CABA0D1A2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D2F2-CCB0-9842-80FB-91B8BF7AF3C2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49BCC-D84A-3B0C-F36F-B3B77F98F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247918-9626-49BA-3763-D10D15A7F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99FF8-A003-2B43-9655-7F6838A00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75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4C59D5-9838-ED93-06D5-3A4D05531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D2F2-CCB0-9842-80FB-91B8BF7AF3C2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20187-BD2C-F269-D2FE-F5D3B23AE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12B91-8EF0-7FD2-EBE3-D5624BAF4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99FF8-A003-2B43-9655-7F6838A00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622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10F28-617B-B79F-8356-78A1FE902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EFFBD-C1B9-D81C-9086-95653CDE2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2D130-D801-17E6-7F2C-35E0CAE66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63D34-0DB1-B56F-7C89-5B2DEBADD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D2F2-CCB0-9842-80FB-91B8BF7AF3C2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D02F5-2295-874D-AB31-DE8954705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138E3-8CA4-4557-B7BF-7234B3AEB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99FF8-A003-2B43-9655-7F6838A00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440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5B4B-E323-8845-0965-7D6C21737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E327F-2FEB-557F-3D31-F18E5E47EF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3D28A-7A81-568D-1CA8-16B4EB462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92A87-B73E-5FF8-2319-99B5D85A1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D2F2-CCB0-9842-80FB-91B8BF7AF3C2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CDD06-5047-F155-E598-2BF20DE47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84B80-A88C-DB44-6F0B-AEC178068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99FF8-A003-2B43-9655-7F6838A00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00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E7D81-5B0A-214A-BDED-48107E45A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4F120-05A0-40AD-A7A9-CDF6A53D4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35259-3735-09C7-12B4-03E636068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D2F2-CCB0-9842-80FB-91B8BF7AF3C2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D197C-DFB5-D8C9-A7EB-976DA3E25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966EF-A16B-5710-2D11-A0F8DC717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99FF8-A003-2B43-9655-7F6838A00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035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4B5A3C-0769-B094-D7D3-F5282E8CC8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1B1EA-EABB-E32E-6A7A-E11AE287D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DFB42-1173-F7A9-CBAD-81A16DA1E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D2F2-CCB0-9842-80FB-91B8BF7AF3C2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4B9BC-CA45-F242-6825-08D3FB584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BB5E9-ED35-B320-78B3-2F682BB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99FF8-A003-2B43-9655-7F6838A00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88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51F8C3-ABFB-0660-D158-B5535E0F7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48495-28CD-50BA-5095-A53B99127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06C2D-C332-3E5C-CAEE-B32C4516B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74D2F2-CCB0-9842-80FB-91B8BF7AF3C2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ECB39-0D99-7100-ED26-0516CA6D7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356F8-1476-389F-679C-F0E387F5A0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B99FF8-A003-2B43-9655-7F6838A00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82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C05395A-FB30-D858-40E7-6D8FE5E6CD4F}"/>
              </a:ext>
            </a:extLst>
          </p:cNvPr>
          <p:cNvSpPr/>
          <p:nvPr/>
        </p:nvSpPr>
        <p:spPr>
          <a:xfrm>
            <a:off x="2438397" y="2843324"/>
            <a:ext cx="1382232" cy="733646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Draft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D0125E1-841E-68A5-5775-8D2BA1309927}"/>
              </a:ext>
            </a:extLst>
          </p:cNvPr>
          <p:cNvSpPr/>
          <p:nvPr/>
        </p:nvSpPr>
        <p:spPr>
          <a:xfrm>
            <a:off x="2412997" y="4657060"/>
            <a:ext cx="1382232" cy="733646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Voided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E2055C0-D5CD-802D-7438-EEFFBE4448EB}"/>
              </a:ext>
            </a:extLst>
          </p:cNvPr>
          <p:cNvSpPr/>
          <p:nvPr/>
        </p:nvSpPr>
        <p:spPr>
          <a:xfrm>
            <a:off x="7773751" y="4664636"/>
            <a:ext cx="1382232" cy="733646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Overdue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EB25CF3-0664-3A0B-FEF2-51F57BCDE129}"/>
              </a:ext>
            </a:extLst>
          </p:cNvPr>
          <p:cNvSpPr/>
          <p:nvPr/>
        </p:nvSpPr>
        <p:spPr>
          <a:xfrm>
            <a:off x="9852781" y="2808618"/>
            <a:ext cx="1382232" cy="733646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Paid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98576C4-288F-DB26-2FEB-A71BDA8FC109}"/>
              </a:ext>
            </a:extLst>
          </p:cNvPr>
          <p:cNvSpPr/>
          <p:nvPr/>
        </p:nvSpPr>
        <p:spPr>
          <a:xfrm>
            <a:off x="7773751" y="2839559"/>
            <a:ext cx="1382232" cy="733646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Awaiting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Payment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5B5A597-9562-DCCF-0D3F-E33E8B0389B1}"/>
              </a:ext>
            </a:extLst>
          </p:cNvPr>
          <p:cNvSpPr/>
          <p:nvPr/>
        </p:nvSpPr>
        <p:spPr>
          <a:xfrm>
            <a:off x="5113819" y="2848198"/>
            <a:ext cx="1382232" cy="733646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Awaiting Approval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7C53BC7-F697-865F-8301-402C451EF34F}"/>
              </a:ext>
            </a:extLst>
          </p:cNvPr>
          <p:cNvSpPr/>
          <p:nvPr/>
        </p:nvSpPr>
        <p:spPr>
          <a:xfrm>
            <a:off x="660419" y="3002511"/>
            <a:ext cx="390064" cy="41527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FA7DA06-F139-6354-246F-963A7B413FFA}"/>
              </a:ext>
            </a:extLst>
          </p:cNvPr>
          <p:cNvCxnSpPr>
            <a:cxnSpLocks/>
            <a:stCxn id="11" idx="6"/>
            <a:endCxn id="5" idx="1"/>
          </p:cNvCxnSpPr>
          <p:nvPr/>
        </p:nvCxnSpPr>
        <p:spPr>
          <a:xfrm>
            <a:off x="1050483" y="3210147"/>
            <a:ext cx="13879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44B9BB1-5939-581E-B2C6-7F89A88999F7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>
            <a:off x="3820629" y="3210147"/>
            <a:ext cx="1293190" cy="4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BAB78F-E1BA-BF86-CFA4-EE0EC15DF5DB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 flipV="1">
            <a:off x="6496051" y="3206382"/>
            <a:ext cx="1277700" cy="8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01E5BD8-4AB8-1B20-10CB-D9F3C8B954BD}"/>
              </a:ext>
            </a:extLst>
          </p:cNvPr>
          <p:cNvCxnSpPr>
            <a:cxnSpLocks/>
          </p:cNvCxnSpPr>
          <p:nvPr/>
        </p:nvCxnSpPr>
        <p:spPr>
          <a:xfrm>
            <a:off x="9155983" y="3206382"/>
            <a:ext cx="6927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C8886FDB-F4B2-08C0-8203-E1B74F1AE626}"/>
              </a:ext>
            </a:extLst>
          </p:cNvPr>
          <p:cNvCxnSpPr>
            <a:cxnSpLocks/>
            <a:stCxn id="9" idx="0"/>
            <a:endCxn id="5" idx="0"/>
          </p:cNvCxnSpPr>
          <p:nvPr/>
        </p:nvCxnSpPr>
        <p:spPr>
          <a:xfrm rot="16200000" flipH="1" flipV="1">
            <a:off x="5795307" y="173764"/>
            <a:ext cx="3765" cy="5335354"/>
          </a:xfrm>
          <a:prstGeom prst="bentConnector3">
            <a:avLst>
              <a:gd name="adj1" fmla="val -3908664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77FFE24D-6E4E-A3BC-EBC0-87BFC1A445FD}"/>
              </a:ext>
            </a:extLst>
          </p:cNvPr>
          <p:cNvCxnSpPr>
            <a:cxnSpLocks/>
            <a:stCxn id="10" idx="2"/>
            <a:endCxn id="5" idx="2"/>
          </p:cNvCxnSpPr>
          <p:nvPr/>
        </p:nvCxnSpPr>
        <p:spPr>
          <a:xfrm rot="5400000" flipH="1">
            <a:off x="4464787" y="2241696"/>
            <a:ext cx="4874" cy="2675422"/>
          </a:xfrm>
          <a:prstGeom prst="bentConnector3">
            <a:avLst>
              <a:gd name="adj1" fmla="val -469019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938896E-895C-B453-0C84-FCDD3EC40989}"/>
              </a:ext>
            </a:extLst>
          </p:cNvPr>
          <p:cNvCxnSpPr>
            <a:cxnSpLocks/>
          </p:cNvCxnSpPr>
          <p:nvPr/>
        </p:nvCxnSpPr>
        <p:spPr>
          <a:xfrm>
            <a:off x="2977113" y="3615070"/>
            <a:ext cx="0" cy="1041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BB6493E-3605-64A9-60CA-9410697BD70A}"/>
              </a:ext>
            </a:extLst>
          </p:cNvPr>
          <p:cNvCxnSpPr>
            <a:stCxn id="7" idx="1"/>
            <a:endCxn id="6" idx="3"/>
          </p:cNvCxnSpPr>
          <p:nvPr/>
        </p:nvCxnSpPr>
        <p:spPr>
          <a:xfrm flipH="1" flipV="1">
            <a:off x="3795229" y="5023883"/>
            <a:ext cx="3978522" cy="7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6D45C2C-F6D0-D005-DE39-1AF8529D1032}"/>
              </a:ext>
            </a:extLst>
          </p:cNvPr>
          <p:cNvCxnSpPr>
            <a:stCxn id="9" idx="2"/>
            <a:endCxn id="7" idx="0"/>
          </p:cNvCxnSpPr>
          <p:nvPr/>
        </p:nvCxnSpPr>
        <p:spPr>
          <a:xfrm>
            <a:off x="8464867" y="3573205"/>
            <a:ext cx="0" cy="1091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CC1638D9-C2DA-08FF-4B79-9EEEA95E6D87}"/>
              </a:ext>
            </a:extLst>
          </p:cNvPr>
          <p:cNvCxnSpPr>
            <a:stCxn id="7" idx="3"/>
            <a:endCxn id="8" idx="2"/>
          </p:cNvCxnSpPr>
          <p:nvPr/>
        </p:nvCxnSpPr>
        <p:spPr>
          <a:xfrm flipV="1">
            <a:off x="9155983" y="3542264"/>
            <a:ext cx="1387914" cy="148919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F6D8BD3-2403-725E-EC9B-E6B3A29F8048}"/>
              </a:ext>
            </a:extLst>
          </p:cNvPr>
          <p:cNvSpPr txBox="1"/>
          <p:nvPr/>
        </p:nvSpPr>
        <p:spPr>
          <a:xfrm>
            <a:off x="649455" y="2762643"/>
            <a:ext cx="695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Start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10964E-1C86-DD9C-7DBB-1832D0DA9CC1}"/>
              </a:ext>
            </a:extLst>
          </p:cNvPr>
          <p:cNvSpPr txBox="1"/>
          <p:nvPr/>
        </p:nvSpPr>
        <p:spPr>
          <a:xfrm>
            <a:off x="1440765" y="2995195"/>
            <a:ext cx="9845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Create Invoice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E4AB0C-28C7-90E1-CD5B-3EFF02A812A9}"/>
              </a:ext>
            </a:extLst>
          </p:cNvPr>
          <p:cNvSpPr txBox="1"/>
          <p:nvPr/>
        </p:nvSpPr>
        <p:spPr>
          <a:xfrm>
            <a:off x="3807562" y="2929220"/>
            <a:ext cx="12731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Submit for approval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55E99C-2D5F-9A05-D174-7C14873A5D6D}"/>
              </a:ext>
            </a:extLst>
          </p:cNvPr>
          <p:cNvSpPr txBox="1"/>
          <p:nvPr/>
        </p:nvSpPr>
        <p:spPr>
          <a:xfrm>
            <a:off x="6655536" y="2936851"/>
            <a:ext cx="10583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Approve &amp; Send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91CDB0-BD97-C560-61C1-06B390DAA9C3}"/>
              </a:ext>
            </a:extLst>
          </p:cNvPr>
          <p:cNvSpPr txBox="1"/>
          <p:nvPr/>
        </p:nvSpPr>
        <p:spPr>
          <a:xfrm>
            <a:off x="8780298" y="2522624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4A0B12-49DC-C9F4-D60A-D622403C2496}"/>
              </a:ext>
            </a:extLst>
          </p:cNvPr>
          <p:cNvSpPr txBox="1"/>
          <p:nvPr/>
        </p:nvSpPr>
        <p:spPr>
          <a:xfrm>
            <a:off x="5512971" y="1406159"/>
            <a:ext cx="535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Reject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06D14FC-3898-5041-C166-8B9939403F73}"/>
              </a:ext>
            </a:extLst>
          </p:cNvPr>
          <p:cNvSpPr txBox="1"/>
          <p:nvPr/>
        </p:nvSpPr>
        <p:spPr>
          <a:xfrm>
            <a:off x="4195302" y="3942342"/>
            <a:ext cx="535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Reject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5F2DBA7-E641-3FF5-A800-FCE403F942E3}"/>
              </a:ext>
            </a:extLst>
          </p:cNvPr>
          <p:cNvSpPr txBox="1"/>
          <p:nvPr/>
        </p:nvSpPr>
        <p:spPr>
          <a:xfrm>
            <a:off x="2291338" y="4162252"/>
            <a:ext cx="4331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Void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130756-9E6D-C618-2126-A74696F70CDB}"/>
              </a:ext>
            </a:extLst>
          </p:cNvPr>
          <p:cNvSpPr txBox="1"/>
          <p:nvPr/>
        </p:nvSpPr>
        <p:spPr>
          <a:xfrm>
            <a:off x="5780833" y="4706948"/>
            <a:ext cx="6719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Write-off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6A3F5F6-AAA3-A4DD-DBD2-D240E5B1C44F}"/>
              </a:ext>
            </a:extLst>
          </p:cNvPr>
          <p:cNvSpPr txBox="1"/>
          <p:nvPr/>
        </p:nvSpPr>
        <p:spPr>
          <a:xfrm>
            <a:off x="9815987" y="1319323"/>
            <a:ext cx="673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Receive </a:t>
            </a:r>
          </a:p>
          <a:p>
            <a:r>
              <a:rPr lang="en-US" sz="1000" dirty="0"/>
              <a:t>Payment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C0070E3-A148-F51F-601F-8BF99A82E8FC}"/>
              </a:ext>
            </a:extLst>
          </p:cNvPr>
          <p:cNvSpPr txBox="1"/>
          <p:nvPr/>
        </p:nvSpPr>
        <p:spPr>
          <a:xfrm>
            <a:off x="9577140" y="5138567"/>
            <a:ext cx="912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Receive Late </a:t>
            </a:r>
          </a:p>
          <a:p>
            <a:pPr algn="ctr"/>
            <a:r>
              <a:rPr lang="en-US" sz="1000" dirty="0"/>
              <a:t>Payment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C92C783-DE0E-66F2-0949-2B24597822BF}"/>
              </a:ext>
            </a:extLst>
          </p:cNvPr>
          <p:cNvCxnSpPr>
            <a:cxnSpLocks/>
          </p:cNvCxnSpPr>
          <p:nvPr/>
        </p:nvCxnSpPr>
        <p:spPr>
          <a:xfrm flipH="1">
            <a:off x="3053311" y="5390706"/>
            <a:ext cx="7259" cy="3354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53446D9-9A15-A262-818F-5D2C26DA5823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11235013" y="3170397"/>
            <a:ext cx="296568" cy="50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7DFCCB10-3323-C40A-217E-1D0BF5E08195}"/>
              </a:ext>
            </a:extLst>
          </p:cNvPr>
          <p:cNvSpPr/>
          <p:nvPr/>
        </p:nvSpPr>
        <p:spPr>
          <a:xfrm>
            <a:off x="2889152" y="5803648"/>
            <a:ext cx="328319" cy="29887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A42D4E9-0329-3E46-435F-EB2965776F92}"/>
              </a:ext>
            </a:extLst>
          </p:cNvPr>
          <p:cNvSpPr/>
          <p:nvPr/>
        </p:nvSpPr>
        <p:spPr>
          <a:xfrm>
            <a:off x="2847265" y="5753351"/>
            <a:ext cx="405042" cy="40735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41D824C-7DEF-E976-B2AE-F8FA00A9A60C}"/>
              </a:ext>
            </a:extLst>
          </p:cNvPr>
          <p:cNvSpPr/>
          <p:nvPr/>
        </p:nvSpPr>
        <p:spPr>
          <a:xfrm>
            <a:off x="11573468" y="3016287"/>
            <a:ext cx="328319" cy="29887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AFFA72A-A010-6426-04AB-E4C4080BD71F}"/>
              </a:ext>
            </a:extLst>
          </p:cNvPr>
          <p:cNvSpPr/>
          <p:nvPr/>
        </p:nvSpPr>
        <p:spPr>
          <a:xfrm>
            <a:off x="11531581" y="2965990"/>
            <a:ext cx="405042" cy="40735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7015F6-3B31-9998-BA0F-21410422771B}"/>
              </a:ext>
            </a:extLst>
          </p:cNvPr>
          <p:cNvSpPr txBox="1"/>
          <p:nvPr/>
        </p:nvSpPr>
        <p:spPr>
          <a:xfrm>
            <a:off x="7559749" y="2232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92F88ED-0B5E-F422-51D1-F14D74259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5280"/>
          </a:xfrm>
        </p:spPr>
        <p:txBody>
          <a:bodyPr>
            <a:normAutofit/>
          </a:bodyPr>
          <a:lstStyle/>
          <a:p>
            <a:pPr algn="ctr"/>
            <a:r>
              <a:rPr lang="en-US" sz="1800" b="1" dirty="0"/>
              <a:t>STATE TRANSITION DIAGRAM – INVOICING MODULE</a:t>
            </a:r>
          </a:p>
        </p:txBody>
      </p:sp>
    </p:spTree>
    <p:extLst>
      <p:ext uri="{BB962C8B-B14F-4D97-AF65-F5344CB8AC3E}">
        <p14:creationId xmlns:p14="http://schemas.microsoft.com/office/powerpoint/2010/main" val="805739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33</Words>
  <Application>Microsoft Macintosh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STATE TRANSITION DIAGRAM – INVOICING MODULE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Raj, Mr. Vyom</dc:creator>
  <cp:lastModifiedBy>Raj, Mr. Vyom</cp:lastModifiedBy>
  <cp:revision>2</cp:revision>
  <dcterms:created xsi:type="dcterms:W3CDTF">2026-03-01T17:30:08Z</dcterms:created>
  <dcterms:modified xsi:type="dcterms:W3CDTF">2026-03-04T00:40:24Z</dcterms:modified>
</cp:coreProperties>
</file>