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CD4B3-04B9-AF3E-B0C3-73052C36C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DA1AAB-9AFA-6CF0-9F99-3606F1420B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01BEE-405B-0486-3C92-27C0BB967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C9590-AC36-4F4D-80EF-2060F3B38FC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1B876-600D-77E4-062A-A61BC8D74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CF435-41FC-258E-791A-31C688203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155DD-696F-4C9B-B2A9-02EBBF134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166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AAC3-EEBC-28EE-2476-0226EE97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39EEC-4253-75D1-2905-6EA58A409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74014-7A84-5A7E-376F-BE3E68F07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C9590-AC36-4F4D-80EF-2060F3B38FC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50709-A957-A89B-9650-3CEE149EF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0552B-B59E-9931-927B-2FA57C2BA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155DD-696F-4C9B-B2A9-02EBBF134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002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6C1D0-7EDE-1CA9-50ED-B4045E134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1A202-0762-CBCA-6726-7D4A37771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825A7-F5B6-A95D-3F95-54BB28261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C9590-AC36-4F4D-80EF-2060F3B38FC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5D442-F90E-DB18-CDCF-136EF3E8F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26C58-8DF6-5FFB-E766-B817B39A0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155DD-696F-4C9B-B2A9-02EBBF134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652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CAEDA-18D5-5946-6295-D10C467C3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93F9D-ABE7-6520-C294-4ECC6EAAFF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119C56-5F42-CEB1-4C84-1A9F135473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04C1B1-9470-C719-9234-7EEB75BF6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C9590-AC36-4F4D-80EF-2060F3B38FC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D25A2F-DFF8-74DE-2914-7CA24435C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8B033-F402-1846-7D7A-DA3302880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155DD-696F-4C9B-B2A9-02EBBF134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891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7C3E3-8AF8-F4F4-A71D-221A78B0E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1A82F-AF4F-AB67-67BF-DA5F48F0D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F89816-C629-D633-7F9A-65D3409747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EBB91F-A557-956C-1A68-892D4948D6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F46031-9290-9910-A42C-66C7CCBF92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219066-CEEA-1E8D-66A1-986A28D12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C9590-AC36-4F4D-80EF-2060F3B38FC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3E3561-8556-0A60-3D51-07A27A96C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440BA2-F9F3-61A0-995B-89FD244A1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155DD-696F-4C9B-B2A9-02EBBF134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688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9F953-F682-6072-6B11-ED075AF7A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BC5920-EBC6-257C-4E77-9087D00D3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C9590-AC36-4F4D-80EF-2060F3B38FC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9D46AC-073D-8293-1A2B-3E2E3441E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777399-7C80-8FDC-8075-A3CA4712B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155DD-696F-4C9B-B2A9-02EBBF134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268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2459E4-2FB6-9ED3-2FB9-BFD94250D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C9590-AC36-4F4D-80EF-2060F3B38FC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FD238A-D768-B519-9702-7B0ADB85B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AD984-ADDD-27B2-B0E2-8A4F6AA3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155DD-696F-4C9B-B2A9-02EBBF134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731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C5FB8-727C-79AE-2597-6843C8B37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A658F-8C59-ECF8-65B2-817686995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22B671-0408-76B3-3C5D-127538A0C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6861E0-29F8-29AA-B5B6-EFD1C6727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C9590-AC36-4F4D-80EF-2060F3B38FC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B9D788-298F-0CE6-DB4E-53EC76E5A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7E428B-A162-F635-5E52-A45FA9C62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155DD-696F-4C9B-B2A9-02EBBF134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281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0C108-9298-8068-AEAB-620BE26C3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CBE766-80FE-C6DD-CD39-1DE636A2CD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E36187-FFC0-7AE5-7C33-81136B4B8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8CC43C-4EF9-19CB-5952-E515A4E07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C9590-AC36-4F4D-80EF-2060F3B38FC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9F67D4-B56A-96E3-A6D2-08CF2A2F1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CEDC10-6424-ECD6-E6FA-FB8B90376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155DD-696F-4C9B-B2A9-02EBBF134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607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4151E-7D0B-A63E-CA05-E22710598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FC93BF-A482-003D-6545-B32654D606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C8DAF-37D7-2ED8-B30A-655D775D5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C9590-AC36-4F4D-80EF-2060F3B38FC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D9FA7-90C6-0BBE-A120-9AF385CF1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94AA0-2801-1C33-05E9-9313AAAB6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155DD-696F-4C9B-B2A9-02EBBF134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123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B178C7-48D6-1FA7-49C9-74459C87E9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3C0FB9-46EC-90E0-1952-6052D761A7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471A2-4233-A2A0-BDD4-7D57B0E1B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C9590-AC36-4F4D-80EF-2060F3B38FC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F0F6D-4C33-EBF0-E09F-41EF0AC36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CB232-11F1-D92B-F8E8-928FFF8A5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155DD-696F-4C9B-B2A9-02EBBF134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951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4AE843-6724-2083-7B54-7E350ACE9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9D3B2-9CCD-7532-94B2-AD935B4F4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E0287-3282-BA5A-6A24-A2C868F5C1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9C9590-AC36-4F4D-80EF-2060F3B38FC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7C901-21F3-C17D-421F-9C5DA80EE7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AA349-D168-D6FC-8FEE-E575E518F9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0155DD-696F-4C9B-B2A9-02EBBF134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129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6EF5D-26C8-755F-211B-D28BBC50FD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1693"/>
            <a:ext cx="9144000" cy="526765"/>
          </a:xfrm>
        </p:spPr>
        <p:txBody>
          <a:bodyPr>
            <a:normAutofit/>
          </a:bodyPr>
          <a:lstStyle/>
          <a:p>
            <a:r>
              <a:rPr lang="en-US" sz="2000" dirty="0"/>
              <a:t>DFD – 11.03 Supplier/Vendor Information Access &amp; 12.05 Invoice Status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6E11F1-4ABD-7241-62E5-78A0A1B21C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69477"/>
            <a:ext cx="9144000" cy="328832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20E190-3F2F-72F1-BE06-8D77C63F9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046" y="1225898"/>
            <a:ext cx="9373908" cy="512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065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DFD – 11.03 Supplier/Vendor Information Access &amp; 12.05 Invoice Status Report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Pinjari, Mr. Ashraf Khudbuddin</dc:creator>
  <cp:lastModifiedBy>Pinjari, Mr. Ashraf Khudbuddin</cp:lastModifiedBy>
  <cp:revision>2</cp:revision>
  <dcterms:created xsi:type="dcterms:W3CDTF">2026-05-05T11:49:16Z</dcterms:created>
  <dcterms:modified xsi:type="dcterms:W3CDTF">2026-05-05T11:58:31Z</dcterms:modified>
</cp:coreProperties>
</file>