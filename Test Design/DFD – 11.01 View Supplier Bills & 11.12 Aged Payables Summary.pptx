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D6CA-48D8-0812-C102-5839418E2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8CBEC-3146-61CE-3EFE-42EDE26C7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7FE17-D65C-2FB0-A93A-1066AADD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E3B8B-BD83-950A-8428-9C9E3344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42BC9-3F4A-2D36-2D3A-3685FA36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7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5795-9D17-8F3A-70C9-6387E193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45B61-0D63-6401-1956-7E1A39D3C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BF8C-F74A-0915-AA3B-3D2F36F9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E0EEA-5E2E-72A4-4EA9-5C546D6A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076B5-7BD9-03EB-BCDC-34367BA6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9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BD00-6ED8-3133-BBE8-B7F87DE4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21B33-F7D5-5AAE-E09F-BFBE40DF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15814-1D92-58A6-D530-BCA14D95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5762-7F59-FC58-5B36-7FEAD387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4B047-FA0B-0272-9B08-0BFA114F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BC22-24FA-883A-8096-2BCB793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F587-FBC3-ABAA-E828-C61966E2B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D5DA-06EC-931D-CA99-ABABE6B4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F8764-BC2B-5F50-495A-17B281F7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59539-D013-04C2-EB86-F45F09B2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BF017-6098-8B34-80DF-744765FB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9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238-4EAD-CEBC-C241-352A15A3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5FB62-547E-BFE5-0FB1-803C9FC75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E395F-9606-0D9E-74A3-753CA1AB9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6C83F-80E4-DBC6-9F8E-96CC490A1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B9ED1-430B-8BCF-0A01-7706E9F30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F691D-84F5-4661-8D38-842A986B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EBC54-A0CE-C961-1A36-C1373B15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AD44F-918A-5668-1A83-7FB2E669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1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5AED-3BCF-DE58-E1FB-EAA026A5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F828D-9AC4-7C18-5019-090CE963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4C5D0-F8A8-1AD1-75E6-6412EF21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2A352-1A40-4CD5-58E7-98C7DCD5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8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A96764-D111-6E7D-1FB3-62814D2C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09A78-7F1D-94D2-C4F3-20DFD9E44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6B3E7-0AD6-DF90-5797-47EF9FA6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3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E040-0104-787A-5744-4C783D7D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9DDFD-9839-8BC2-C000-28F5E2EA8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9E487-2445-93AF-D102-7746120ED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BA0E0-A118-14F8-59E9-F1291590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B6740-1519-0F0C-D22B-5D524FE5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6BEB5-D737-F2A8-526D-C3673C98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8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09E0-D291-888C-EE90-376D2439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B58B1-7A9C-7E10-6A3E-AA9183627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3F18E-4920-5D28-BEB9-ED4B6EF2B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7E5AB-73DD-BDB9-8937-6669126B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365A6-9D1A-E580-6F09-2DF7257D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D4479-7E54-1999-40C7-D8AF78A3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3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D248-DB5B-DA00-7E8B-19744675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E72C5-5D25-A00F-5F62-7A18B377C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6D414-19B2-72EA-AF60-0A28B3F8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23FFD-FC52-CF41-5F51-3AFC0CE5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851C-7CDD-00C3-6872-F0D19BCF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4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0C739-1C76-0F0A-6AF5-6CFF8735E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C1E01-5F68-9C9B-AD11-077C746FD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7B635-855C-33FF-9752-EF406F5B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313A5-A9AD-D95F-D7A6-2034A139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EA71F-1E4E-AD9B-79DE-07660DF2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7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74C51-333A-1140-DACE-B7F767E0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B2BB4-1862-DDA1-4135-BB3619035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DC798-AE45-825A-4DCB-D042ED132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075E9-085E-4683-B1CD-7326CDCBC2D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F30B3-C99E-A5F6-72BB-561B82699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5AFF-907B-0450-EBA9-805F3A695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300D1-F98F-4118-A443-86409B975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5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21B6-6AA9-B9A2-BC2B-E3FD8201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CD40-F53D-3E91-4B3B-1E9FFB543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97626"/>
            <a:ext cx="9144000" cy="336017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043F9-1A12-66B8-2F29-DDACAF17E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733049"/>
            <a:ext cx="9126224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2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74E08F2339E04284E3132005D1C715" ma:contentTypeVersion="5" ma:contentTypeDescription="Create a new document." ma:contentTypeScope="" ma:versionID="949f6a76693e6747aa78adbf9bcaf564">
  <xsd:schema xmlns:xsd="http://www.w3.org/2001/XMLSchema" xmlns:xs="http://www.w3.org/2001/XMLSchema" xmlns:p="http://schemas.microsoft.com/office/2006/metadata/properties" xmlns:ns3="8067785b-4104-4658-b3c2-d07d3105f073" targetNamespace="http://schemas.microsoft.com/office/2006/metadata/properties" ma:root="true" ma:fieldsID="b8f74a2ca7a1dfa65dba4facf0a43611" ns3:_="">
    <xsd:import namespace="8067785b-4104-4658-b3c2-d07d3105f0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67785b-4104-4658-b3c2-d07d3105f0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FE6321-F9EE-4AA1-AC9E-7719522C98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67785b-4104-4658-b3c2-d07d3105f0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00BC4A-68ED-47BA-B27E-7A2F6A82E3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DF83D5-43B8-41C8-AEF5-1518845310BC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8067785b-4104-4658-b3c2-d07d3105f073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Pinjari, Mr. Ashraf Khudbuddin</dc:creator>
  <cp:lastModifiedBy>Pinjari, Mr. Ashraf Khudbuddin</cp:lastModifiedBy>
  <cp:revision>1</cp:revision>
  <dcterms:created xsi:type="dcterms:W3CDTF">2026-05-05T11:56:06Z</dcterms:created>
  <dcterms:modified xsi:type="dcterms:W3CDTF">2026-05-05T11:57:24Z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0x010100BA74E08F2339E04284E3132005D1C715</vt:lpwstr>
  </property>
</Properties>
</file>