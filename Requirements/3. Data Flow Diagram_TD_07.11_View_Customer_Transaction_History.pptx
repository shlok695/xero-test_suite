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3"/>
  </p:normalViewPr>
  <p:slideViewPr>
    <p:cSldViewPr snapToGrid="0">
      <p:cViewPr varScale="1">
        <p:scale>
          <a:sx n="113" d="100"/>
          <a:sy n="1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D56-36CB-F688-55ED-0EFB93D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9A65F-0A6A-5D5A-ABB0-43BC7DFF0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77851-D5D3-D6B4-9356-79E99742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ADF4D-3323-D94C-6E49-5A188B20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513D-267F-5F4E-8272-5E69662B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2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BF9E-821F-21AD-548A-9815DAD5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1230-4B23-082D-795D-E0130C430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AFF4-3D38-F68E-523B-0DF2E01A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C6AB6-6197-57C2-72BE-E55F62B9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0625-DF8A-CD67-1AF3-7A6664D9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8A00-8ADE-9FCD-1DC2-32774973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FB99F-174D-3C62-B22F-A344CB0C8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5020B-51EE-43E6-A58D-38AF128F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5F06A-DAC6-FF3A-5B5E-5598767F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F00CD-E457-5C0B-6762-8818E8F5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7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F360-763E-FA4D-2040-4CF10519B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FB4E-D126-2EE6-66B3-042CBD87F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76A50-3725-E005-5BCE-D69EEF6A2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649FA-C865-C0BE-6708-BC5FCAEB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92115-D993-8647-FBC1-76CCE8D4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DC998-29A2-BC71-D6F9-0B68D4C4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6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669B-A38D-4A89-47AA-37CDDEC63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595FB-6B72-5EA4-E472-37ACE539C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F6E98-1CFF-4D13-36B3-CD95AA832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DD214-4340-B065-5A80-58E9A64A8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0AC99-2941-9FC4-2720-FB2DBCC30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06602B-8050-3CFD-FCBC-A1A59BBA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0EC36-AADB-F40E-2517-B64EC0D4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BA5D7-93DD-6DC5-2222-0CE85035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2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9E74-DB50-9463-0C18-A3068ED5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5549D-1243-8412-3A18-C8D077C07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AB9C7-1CF4-1195-B791-C6E9D8D81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882A2-7F5C-324E-4B88-335CF6EC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8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7A4D0-027E-A192-6E5A-8D8235BA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C3F02-1C79-4ACC-0C2D-040AC9B6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1F97C-7688-68FC-897C-A545265C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0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09D1-16BB-9BED-97DF-06FEF7273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05E64-EFB1-57AB-2ED1-DD5FA3309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CAFDE-D3F3-2FF3-770D-1CC847BE6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D918E-8150-E053-9ABA-B688F833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0FF16-A75D-17AA-93CC-320D41D0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6B236-9215-1773-19E1-6D881B60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0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120-97FF-C6DF-EFEC-83456258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6CD72-4493-C1BF-3437-F434B794C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8DFED-9FBA-670B-DA5D-310B26437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39610-3301-85A4-4997-0C988434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7F94E-E28D-8B29-3E76-27705984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61115-FEE5-4CEE-4CB5-26AA91B0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6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D17A-8CF7-FF00-5815-796E2C07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2426B-4DA2-352F-2751-6A02A37A2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561A1-BC2B-4410-D7D8-870185C3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6D417-7A26-BB57-C8F4-87A8283F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2EDDF-1231-B119-6C01-4154EB70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7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BF0AB-0CC3-07CE-EB5B-DF9BCB4FD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27829-F2A6-5E33-9BAD-6AF2C67FF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8F7C9-B603-5FD9-1534-A11C9526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F19A9-B4EC-40B6-3926-12F8224C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E0A5C-4912-DF78-507C-2DAF211B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6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D49E8-DADE-44DE-CC12-75629BBEF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4640A-9809-DA42-BD8B-21AF2DA12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92734-C263-1EF5-DABA-B7E578D36A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467FA3-D0A5-C84D-AADC-E7A784224E2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43EE0-BEC8-DF9B-E735-D8905BD90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B98E5-CF91-7289-F2F6-5CCE4EB55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F4424-07CC-F24A-90C0-4F885125C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67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3FBD76-B8DA-341E-93EF-B3388E676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78" y="519289"/>
            <a:ext cx="11029244" cy="686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0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Dcosta, Diogo</dc:creator>
  <cp:lastModifiedBy>Dcosta, Diogo</cp:lastModifiedBy>
  <cp:revision>1</cp:revision>
  <dcterms:created xsi:type="dcterms:W3CDTF">2026-05-04T22:41:50Z</dcterms:created>
  <dcterms:modified xsi:type="dcterms:W3CDTF">2026-05-04T22:43:39Z</dcterms:modified>
</cp:coreProperties>
</file>