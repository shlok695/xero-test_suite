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53"/>
  </p:normalViewPr>
  <p:slideViewPr>
    <p:cSldViewPr snapToGrid="0">
      <p:cViewPr varScale="1">
        <p:scale>
          <a:sx n="113" d="100"/>
          <a:sy n="113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77E44-AC02-D08C-9223-312151EEC1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A2D5B-01AF-C06F-79D9-6A69DC832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0DB44-8713-3337-56DD-5772C77F7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95F3-0DCC-9046-B5BC-81608AB1B1B2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27477-A396-106C-AF77-BCF9366F1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0E554-0541-EB14-AC7D-EAE86D4F3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5B9C-28B7-4849-A2E0-E817F7FBC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493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0A09-13C3-1561-1F4E-0C9A2740E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4D153-902A-5B7B-E273-BDCDCE393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33AB5-69A9-23C9-807B-6D5E6E7A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95F3-0DCC-9046-B5BC-81608AB1B1B2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D96A9-B38A-599F-6B8D-D09BFF2D6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AD644-594B-4BAD-A9CE-3E192732A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5B9C-28B7-4849-A2E0-E817F7FBC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71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8A886-BD72-55A4-18DC-3911CA327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C837F-BD4F-FE20-6BAC-85FA0792E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3E2BD-6362-E9CF-670D-894F8A968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95F3-0DCC-9046-B5BC-81608AB1B1B2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5116E-C795-BF93-954D-839281670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37ECE-3F15-C5E6-E8B0-B9909545F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5B9C-28B7-4849-A2E0-E817F7FBC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29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AC9B5-ED55-CA28-5116-7F85177E6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F0FF1-D4D6-9F47-3575-B263313F33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F927B-EFD6-2517-8A48-3AB8E8EDC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4B6C56-3BA0-EC32-103A-23652622F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95F3-0DCC-9046-B5BC-81608AB1B1B2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A86DF-24F9-8185-2290-9D7583044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CB5D63-8242-4C51-ED9C-59E0987D6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5B9C-28B7-4849-A2E0-E817F7FBC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02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A5742-0650-CEAB-A602-EAD31769D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9565A-48E9-C889-3DDE-0B49FBC0A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494BD-E6AF-0DF2-AA27-058E0A107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0E0199-A8BF-536D-C6D7-C0A9EF3F33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F9C295-4569-F2FD-FB4A-67B052EA95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75D121-B169-B4F6-6676-5EE84FF93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95F3-0DCC-9046-B5BC-81608AB1B1B2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AEC01B-D9C3-FF41-41F5-A9EAD8868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FF6900-AAA5-4628-025F-16DB59B13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5B9C-28B7-4849-A2E0-E817F7FBC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3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BD849-A363-3F7D-E227-270C97BD4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6E050A-7EB5-AECD-BFD9-DF0C89F04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95F3-0DCC-9046-B5BC-81608AB1B1B2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2822D2-DB90-D284-E624-EB86DE432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607502-A14B-A218-7796-AAD5D582F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5B9C-28B7-4849-A2E0-E817F7FBC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83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EAA4A9-ABA9-B82C-6C13-9ECA61B34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95F3-0DCC-9046-B5BC-81608AB1B1B2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8E09E5-3D5B-7B11-7F70-B266591B5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8C398-ED4A-4C9D-7AA5-08026588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5B9C-28B7-4849-A2E0-E817F7FBC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139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EA3B3-FC6F-AC26-6705-4D115BC7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4E678-BC26-FA14-5CDF-6D4BBEE41D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167ACC-F831-922C-A7E5-05052C87E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13E48A-1C19-F053-97BA-7306875BE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95F3-0DCC-9046-B5BC-81608AB1B1B2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C1377-8417-44C0-9F07-ADB283327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DAC3B-F31F-4119-3B94-53C1566E0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5B9C-28B7-4849-A2E0-E817F7FBC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430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6AF90-C631-EBF7-B596-D4C93D21F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035A5D-5014-9C27-A878-04CF6139A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4D24B-823D-41F3-3E17-CD67E2C7B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CA3A1-7872-8E94-57D3-B5C3E45E7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95F3-0DCC-9046-B5BC-81608AB1B1B2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D349C-40EB-DDAF-A730-DFD91E922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43E582-80C9-3F9F-4652-62FF7215D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5B9C-28B7-4849-A2E0-E817F7FBC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849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FEA60-9B85-9FF9-09DB-FF1CABFBF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1BB52-C99F-CDBD-F125-B3E6BF572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C9FF0-22C3-7D90-118E-FAE46A824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95F3-0DCC-9046-B5BC-81608AB1B1B2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EEFAC-5CFC-018D-3D08-C3465DFE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79AF2-790E-A9C5-54FD-6EB41CC3C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5B9C-28B7-4849-A2E0-E817F7FBC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20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B53E19-445D-3C20-CF74-3F681C68B7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413BD5-D376-BD36-074F-035406903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32F0A-F57F-2FBA-3AE5-D8D523E8E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E95F3-0DCC-9046-B5BC-81608AB1B1B2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AEF53-E7F0-8F14-005B-E4DFAC99C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A30FF-2085-9B3E-2707-C2D310F3E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05B9C-28B7-4849-A2E0-E817F7FBC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638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52CE06-EE9B-F43B-F9CC-D163123B7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DB00AB-8939-2D5D-1605-1BD9556EAD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6BA51-CBF5-3B52-A6F5-8462E4D90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9E95F3-0DCC-9046-B5BC-81608AB1B1B2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CB0F7-20BA-EBBE-7D8D-5E063DFC12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DDC581-8210-85E0-DCA3-27720F716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705B9C-28B7-4849-A2E0-E817F7FBC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857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000000-0008-0000-0400-00000600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57634"/>
          </a:xfrm>
          <a:prstGeom prst="rect">
            <a:avLst/>
          </a:prstGeom>
          <a:ln>
            <a:prstDash val="solid"/>
          </a:ln>
        </p:spPr>
      </p:pic>
    </p:spTree>
    <p:extLst>
      <p:ext uri="{BB962C8B-B14F-4D97-AF65-F5344CB8AC3E}">
        <p14:creationId xmlns:p14="http://schemas.microsoft.com/office/powerpoint/2010/main" val="3089057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Dcosta, Diogo</dc:creator>
  <cp:lastModifiedBy>Dcosta, Diogo</cp:lastModifiedBy>
  <cp:revision>1</cp:revision>
  <dcterms:created xsi:type="dcterms:W3CDTF">2026-05-04T22:44:00Z</dcterms:created>
  <dcterms:modified xsi:type="dcterms:W3CDTF">2026-05-04T22:44:45Z</dcterms:modified>
</cp:coreProperties>
</file>