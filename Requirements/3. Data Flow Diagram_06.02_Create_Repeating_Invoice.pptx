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86"/>
    <p:restoredTop sz="92215"/>
  </p:normalViewPr>
  <p:slideViewPr>
    <p:cSldViewPr snapToGrid="0">
      <p:cViewPr varScale="1">
        <p:scale>
          <a:sx n="91" d="100"/>
          <a:sy n="91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B91D-4D04-E91B-D820-37E01A2EC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59286-A288-B4DC-BB15-DD27BD745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347B-CBE4-7F95-0B0C-B434AD3B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4022D-C209-F162-CA9F-6354B0B6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9F020-B427-CE04-676E-210118FB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2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FFE5-3C63-A5D5-9574-5CB437F1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FC70B-DD71-54E9-14C9-BDADD79FD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29837-5E25-392D-CA34-D916433F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14A0C-83EF-309C-E388-86B452CB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5107F-F0E6-CDF0-E447-27235544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3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E08A-702E-6E69-6535-831621E3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7A916-505E-6BE1-B274-69382CF13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23328-3151-1B2B-A04A-CFE0A9C7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3047-E7B6-7B5F-A05B-05256E41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483F-F61E-B6F0-FD7F-8ECAAF00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4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2EF8-4F32-B8FA-E705-7DF30100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F4A8-201D-8EC9-9572-FFCEC8C6B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CEF79-D913-D02E-EAEC-B6F9B5D83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E6A11-3365-A0CA-7476-70B850FC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FF561-3FE7-2E8B-6482-C69283AA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F50AE-A3E4-4E28-5CBE-1074B7AD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FBB4-670B-48B9-94D5-F15B8842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FCD38-4152-202F-B2FA-2BFAD55BF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34707-F56B-BADD-58FF-D4B916EB8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C2F57-11AC-36CE-C437-0926386BB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C21E4-0870-CA4F-0633-E52C129B8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D34FA-7EED-6224-9F15-953124F8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6E79F-FF0D-7236-E579-5A43F888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D4443-1268-17F9-4320-F0975F78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904D-DB82-02AF-8FCE-1BBC3F43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CBA121-E278-F7FB-18D8-957E05C5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CB635-B24C-6284-D8D5-062EFCED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B885B-B95C-72C5-E19A-28732844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3AB67-E9BB-4BB9-62BA-00CB2F83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78926-E089-A0D7-806A-90EE2BF4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942BB-3017-9680-1B07-C8B02DD3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508C-D444-D0F1-F9AA-72018072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F2E04-5BA0-60B6-3E35-80F12A934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47B4C-019E-F033-98CA-AC16F439A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CD12E-DA8A-DAFA-3170-BDA456A0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4220E-DCA4-E7D8-2A6D-CE5958B8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C7E47-A883-7846-AEE5-93A0453E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9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C7A2-5054-ABFF-7398-9CF5C2E3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9F177-C7A0-1B09-4535-D22F08223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C4E82-F2CF-FD72-AE18-7775CD1DD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4C726-F259-D55B-4F84-92CC652F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D2CB-7970-E013-D961-B7005A67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C5439-4776-8D49-5F3C-98FAE71F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0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51DD-47E3-EF15-89A3-AA8F7AD4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66846-4455-E8BB-E4BF-2B2713F14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4B2FF-7187-A9BE-A64A-B472AB30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99E6-C1D4-933C-E704-46625F44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4BAA-06F9-AB79-4252-83AF76A8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8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5E05B-30F9-E9EF-7249-8A749D985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3F79D-1478-3E1E-7EF4-BF80C7BA9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58-34F0-9D9F-6704-94F57BEE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16FF-764D-D956-46A8-247F6F21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AD29-3EC5-1906-3824-F3BF418C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2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7538E-01D0-C4B8-F8B8-D90E61EE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1A32-2FF8-93B0-7983-90151C3F5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6532-2352-4ED1-6E37-5E721A200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71D0A-3A47-8A49-91B9-EDF36A062B5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7C23-4DFF-0B5A-0DEA-B15C98197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27047-3356-7244-5EB7-91BD709E6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C7A6C-A419-DF4F-A424-F03A429B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196BAE-700F-9329-1482-00ACAE3C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9349DA-F0F8-99AF-7204-B576AEA14F66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E6696C-F783-6A66-E51E-26ECF7FB74CC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06.02</a:t>
            </a:r>
          </a:p>
          <a:p>
            <a:pPr algn="ctr"/>
            <a:r>
              <a:rPr lang="en-US" sz="1200" dirty="0"/>
              <a:t>Create Repeating Invoice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9ADA69-4BA2-1DA8-6B51-BCC63F611212}"/>
              </a:ext>
            </a:extLst>
          </p:cNvPr>
          <p:cNvSpPr/>
          <p:nvPr/>
        </p:nvSpPr>
        <p:spPr>
          <a:xfrm>
            <a:off x="7130376" y="6008709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Generated Receivable Invoices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272835-D070-6BA9-3579-3B23CD04F750}"/>
              </a:ext>
            </a:extLst>
          </p:cNvPr>
          <p:cNvSpPr/>
          <p:nvPr/>
        </p:nvSpPr>
        <p:spPr>
          <a:xfrm>
            <a:off x="7398535" y="3293839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12.03</a:t>
            </a:r>
          </a:p>
          <a:p>
            <a:pPr algn="ctr"/>
            <a:r>
              <a:rPr lang="en-US" sz="1200" dirty="0"/>
              <a:t>Receivable Invoice Summary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E9E043-3F80-A1B3-4577-3D2FAE3E1AF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B9EC6F-6E75-070C-3643-B205C934C2E3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3784232" y="3800012"/>
            <a:ext cx="0" cy="2203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DA90FE-2738-A2CD-B1D7-DBAD2CEAAF92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8432912" y="3836099"/>
            <a:ext cx="29789" cy="2172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3DDE8A-6360-9838-FBCF-8DDFE1D10F8A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6117816" y="1874247"/>
            <a:ext cx="2344885" cy="14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72103E-8ABD-ADA0-C09F-8BD75DD01C28}"/>
              </a:ext>
            </a:extLst>
          </p:cNvPr>
          <p:cNvSpPr txBox="1"/>
          <p:nvPr/>
        </p:nvSpPr>
        <p:spPr>
          <a:xfrm rot="16200000">
            <a:off x="7203811" y="4665090"/>
            <a:ext cx="2058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Reads Invoice records matching filter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32D95-95CA-7B84-189E-8CB7C1CE6AFC}"/>
              </a:ext>
            </a:extLst>
          </p:cNvPr>
          <p:cNvSpPr txBox="1"/>
          <p:nvPr/>
        </p:nvSpPr>
        <p:spPr>
          <a:xfrm rot="19790868">
            <a:off x="3359630" y="2248157"/>
            <a:ext cx="257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Enters repeating invoice schedule and line items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1482C0-1C56-8721-8D49-68B4EF487F0C}"/>
              </a:ext>
            </a:extLst>
          </p:cNvPr>
          <p:cNvSpPr txBox="1"/>
          <p:nvPr/>
        </p:nvSpPr>
        <p:spPr>
          <a:xfrm rot="1905918">
            <a:off x="6715578" y="2326154"/>
            <a:ext cx="1939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Opens report and selects</a:t>
            </a:r>
          </a:p>
          <a:p>
            <a:pPr algn="ctr"/>
            <a:r>
              <a:rPr lang="en-US" sz="1000" dirty="0"/>
              <a:t>Filters/date range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12C56-C780-B209-FACF-A41CF259C158}"/>
              </a:ext>
            </a:extLst>
          </p:cNvPr>
          <p:cNvSpPr txBox="1"/>
          <p:nvPr/>
        </p:nvSpPr>
        <p:spPr>
          <a:xfrm rot="5400000">
            <a:off x="2914083" y="4619849"/>
            <a:ext cx="2167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Saves repeating invoice template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C9963A9-00D5-D5A3-093C-271630C4323B}"/>
              </a:ext>
            </a:extLst>
          </p:cNvPr>
          <p:cNvCxnSpPr>
            <a:cxnSpLocks/>
            <a:stCxn id="8" idx="0"/>
            <a:endCxn id="4" idx="3"/>
          </p:cNvCxnSpPr>
          <p:nvPr/>
        </p:nvCxnSpPr>
        <p:spPr>
          <a:xfrm rot="16200000" flipV="1">
            <a:off x="6619328" y="1450465"/>
            <a:ext cx="1872029" cy="1814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8C2E73-4432-C88E-DA38-264D9EE68006}"/>
              </a:ext>
            </a:extLst>
          </p:cNvPr>
          <p:cNvSpPr txBox="1"/>
          <p:nvPr/>
        </p:nvSpPr>
        <p:spPr>
          <a:xfrm>
            <a:off x="6626166" y="1002035"/>
            <a:ext cx="2274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Displays invoice rows in report results</a:t>
            </a:r>
          </a:p>
        </p:txBody>
      </p:sp>
      <p:sp>
        <p:nvSpPr>
          <p:cNvPr id="19" name="Title 45">
            <a:extLst>
              <a:ext uri="{FF2B5EF4-FFF2-40B4-BE49-F238E27FC236}">
                <a16:creationId xmlns:a16="http://schemas.microsoft.com/office/drawing/2014/main" id="{04498B64-E47A-E19C-6CC0-E5983F3A684F}"/>
              </a:ext>
            </a:extLst>
          </p:cNvPr>
          <p:cNvSpPr txBox="1">
            <a:spLocks/>
          </p:cNvSpPr>
          <p:nvPr/>
        </p:nvSpPr>
        <p:spPr>
          <a:xfrm>
            <a:off x="2775001" y="268858"/>
            <a:ext cx="10515600" cy="369332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/>
              <a:t>06.02 Create Repeating Invoice → Saved Repeating Invoices → 12.03 Receivable Invoice Summary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67E8B0-D173-4439-DD57-7057B98AF628}"/>
              </a:ext>
            </a:extLst>
          </p:cNvPr>
          <p:cNvSpPr txBox="1"/>
          <p:nvPr/>
        </p:nvSpPr>
        <p:spPr>
          <a:xfrm>
            <a:off x="6039293" y="2594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E66A5EA-FDA0-2AE8-ED91-7D17AF1BC0AC}"/>
              </a:ext>
            </a:extLst>
          </p:cNvPr>
          <p:cNvSpPr/>
          <p:nvPr/>
        </p:nvSpPr>
        <p:spPr>
          <a:xfrm>
            <a:off x="2481696" y="6003418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Repeating Invoice Templates (schedule, customer, terms, line items)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049821D-65C8-BEAB-7D7A-5AA3781BBADE}"/>
              </a:ext>
            </a:extLst>
          </p:cNvPr>
          <p:cNvCxnSpPr>
            <a:stCxn id="24" idx="3"/>
            <a:endCxn id="7" idx="1"/>
          </p:cNvCxnSpPr>
          <p:nvPr/>
        </p:nvCxnSpPr>
        <p:spPr>
          <a:xfrm>
            <a:off x="5086768" y="6338178"/>
            <a:ext cx="2043608" cy="5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ADC17C-440A-BE78-A7A3-A0314851D76C}"/>
              </a:ext>
            </a:extLst>
          </p:cNvPr>
          <p:cNvSpPr txBox="1"/>
          <p:nvPr/>
        </p:nvSpPr>
        <p:spPr>
          <a:xfrm>
            <a:off x="5086768" y="5825476"/>
            <a:ext cx="1842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Schedule generates actual receivable invoice</a:t>
            </a:r>
          </a:p>
        </p:txBody>
      </p:sp>
    </p:spTree>
    <p:extLst>
      <p:ext uri="{BB962C8B-B14F-4D97-AF65-F5344CB8AC3E}">
        <p14:creationId xmlns:p14="http://schemas.microsoft.com/office/powerpoint/2010/main" val="48214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2</cp:revision>
  <dcterms:created xsi:type="dcterms:W3CDTF">2026-05-01T14:37:29Z</dcterms:created>
  <dcterms:modified xsi:type="dcterms:W3CDTF">2026-05-01T14:50:29Z</dcterms:modified>
</cp:coreProperties>
</file>