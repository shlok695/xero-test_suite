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DC1C-933F-9A0A-32F1-8BE493C52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FA72C-F769-157B-A31B-33BCFE90D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E2DB9-AA96-349F-8B4F-6FBA0563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FEF1D-F008-8004-3AAB-351510A50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4CF19-5B1A-E2BD-21BF-009C47E5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3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778A-2CFF-0D9E-ABB3-9CAE2845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0987-FD6A-7F6C-8346-9D5CB13B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0AE17-0C49-CA84-E175-8C31B7B2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8F4E-716F-D790-14E6-F37C034F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2FCA-99CD-D5E6-F1FD-EFB224D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0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5B39-BF0E-236B-0498-03003002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151F1-B50C-5ABE-0DED-03B818BE9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C55CA-A056-6871-75AB-5F275632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A828-63BA-DACE-862C-5AA16F7C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38E4-1509-C8F5-E7B2-59468AE3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7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34F9A-CC3F-2D0D-20CC-88553E60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24CF5-7A8D-94BB-44B5-8B1F9155B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0C5D-E02B-23EB-91C6-F156A2F0A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D670-1AFE-D9B9-D11F-92FF073E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C8210-3C89-08D2-FF5F-8F8B5F56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00BE2-6ACF-20D9-B2B8-3CE830D2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07DA-4320-9AF8-1223-4CBF9DFA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59807-72D9-9A3F-31AE-0ECD80B0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31FBE-B362-C612-7BB4-D83483811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CD6E9-6155-C03A-00BF-3201F100F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AF8A2-1D79-D93F-C9AA-2351B25ED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51AB6-9148-E0E4-CDAF-855940E3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04820-CD5B-EF81-EB54-D3CEEE99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CBFC8-6311-DA30-0418-93AF31DE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8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4F11-2B3B-6DE4-C98A-2C1954F9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79453-FBDA-BFC1-06FF-03B6D1F8E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862B3-5E29-61EC-3404-5071EFC4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F2D1A-C129-DBF5-01D2-E5B818A7F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F89F2-AAFF-9837-FF5A-C1581D8A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16A82-FBB5-2856-A81F-4E32F2F6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9F07-26EA-9E39-D4D7-ADA9CD01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20EF-3EFF-A26C-DE0F-05616ECF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0784-DE78-C6DA-BA82-271177FE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521BE-72F9-F328-60C9-4AA250CB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819EB-A80A-0D73-5478-801B0E3E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E265-1F8C-E191-3FD1-653D0CBC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0954-8C19-1EC3-3E35-37BA38DA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4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9898-B89F-6A20-821E-013D4084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5D0C4-580C-75E8-BDA5-5A0E2675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2DDA2-A468-9AE9-80B3-C55C39109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2154-DBEE-162A-59F5-5F2AD593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81E50-71F7-2DFD-93D4-5A79D8B4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8BEF3-6FCA-8739-4238-9FF5B5EA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3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5F5E-6FDA-9B9C-C2C2-B85B0F8C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1AD59-7E35-F1A0-141D-F8E391CD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9FAC9-3D62-352A-C738-ADF52C45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FC28E-A5B1-B83B-40B9-9E9B717B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6800E-A3A3-340D-0487-C3DD780E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F6AB3-C51C-497C-9C67-9A480BE6A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33789-063B-7907-0B88-01FC7DA6C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ED5D-33D4-7AE7-4316-A4C036DC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DF1D-0C82-E30B-0282-A0A2D7E5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DBBC2-A17C-56F8-667B-A7703FB3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9819E-AD6F-5C64-E50F-A5B69162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3C6D4-B32E-2C84-B666-58417529F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01908-C1AA-17BB-7C06-2B633DC743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2C00E-D1E2-2641-B100-F6A696D62CD6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4EC1E-C5A0-7F29-190E-8AC69AE79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A49E-2C26-F6C9-CE93-2F02992C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71E45-ED75-CF4D-B9E4-E012C0B72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9BA3DF-CFC6-418E-A24A-805247B0A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49" y="969372"/>
            <a:ext cx="1060333" cy="904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4C697C-7F17-EADE-55C7-5BF4F98B4B93}"/>
              </a:ext>
            </a:extLst>
          </p:cNvPr>
          <p:cNvSpPr txBox="1"/>
          <p:nvPr/>
        </p:nvSpPr>
        <p:spPr>
          <a:xfrm>
            <a:off x="5452005" y="678120"/>
            <a:ext cx="1398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Logged in User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EE1E01-D143-3BC3-E193-D487D2A64412}"/>
              </a:ext>
            </a:extLst>
          </p:cNvPr>
          <p:cNvSpPr/>
          <p:nvPr/>
        </p:nvSpPr>
        <p:spPr>
          <a:xfrm>
            <a:off x="2775001" y="3257752"/>
            <a:ext cx="2018462" cy="5422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08.04</a:t>
            </a:r>
          </a:p>
          <a:p>
            <a:pPr algn="ctr"/>
            <a:r>
              <a:rPr lang="en-US" sz="1200" dirty="0"/>
              <a:t>PO-to-Bill Conversion Processing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EAFFE5-69C7-2EB5-BDE8-C26C291F7620}"/>
              </a:ext>
            </a:extLst>
          </p:cNvPr>
          <p:cNvSpPr/>
          <p:nvPr/>
        </p:nvSpPr>
        <p:spPr>
          <a:xfrm>
            <a:off x="4793463" y="5675531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500" dirty="0"/>
              <a:t>Uploaded Documents</a:t>
            </a:r>
            <a:br>
              <a:rPr lang="en-US" sz="1500" dirty="0"/>
            </a:br>
            <a:r>
              <a:rPr lang="en-US" sz="1500" dirty="0"/>
              <a:t>files + metadata)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29690E-04EE-9AB7-6BDA-E43E28F16736}"/>
              </a:ext>
            </a:extLst>
          </p:cNvPr>
          <p:cNvSpPr/>
          <p:nvPr/>
        </p:nvSpPr>
        <p:spPr>
          <a:xfrm>
            <a:off x="7398535" y="3293839"/>
            <a:ext cx="2128331" cy="542260"/>
          </a:xfrm>
          <a:prstGeom prst="roundRect">
            <a:avLst>
              <a:gd name="adj" fmla="val 1365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08.10</a:t>
            </a:r>
          </a:p>
          <a:p>
            <a:pPr algn="ctr"/>
            <a:r>
              <a:rPr lang="en-US" sz="1200" dirty="0"/>
              <a:t>Attachment &amp; Document Management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E5E15-5B6B-7623-52AD-057695ED51F5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3784232" y="1874247"/>
            <a:ext cx="2333584" cy="138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E43E4B-1A5E-49FE-8330-04B9FE7DA874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6117816" y="1874247"/>
            <a:ext cx="2344885" cy="1419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726027F-22E0-A4C9-EC48-AB67E38F3E35}"/>
              </a:ext>
            </a:extLst>
          </p:cNvPr>
          <p:cNvSpPr txBox="1"/>
          <p:nvPr/>
        </p:nvSpPr>
        <p:spPr>
          <a:xfrm>
            <a:off x="7010572" y="1001559"/>
            <a:ext cx="14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DF-Out: uploaded document shown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86D35486-AFE3-27E3-DEAE-F4CB279B8FBD}"/>
              </a:ext>
            </a:extLst>
          </p:cNvPr>
          <p:cNvCxnSpPr>
            <a:cxnSpLocks/>
            <a:stCxn id="6" idx="0"/>
            <a:endCxn id="2" idx="3"/>
          </p:cNvCxnSpPr>
          <p:nvPr/>
        </p:nvCxnSpPr>
        <p:spPr>
          <a:xfrm rot="16200000" flipV="1">
            <a:off x="6619328" y="1450465"/>
            <a:ext cx="1872029" cy="18147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itle 45">
            <a:extLst>
              <a:ext uri="{FF2B5EF4-FFF2-40B4-BE49-F238E27FC236}">
                <a16:creationId xmlns:a16="http://schemas.microsoft.com/office/drawing/2014/main" id="{57CCF410-7CEA-D47A-C709-7964C420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001" y="268858"/>
            <a:ext cx="10515600" cy="369332"/>
          </a:xfrm>
        </p:spPr>
        <p:txBody>
          <a:bodyPr>
            <a:normAutofit/>
          </a:bodyPr>
          <a:lstStyle/>
          <a:p>
            <a:r>
              <a:rPr lang="en-US" sz="1400" dirty="0"/>
              <a:t>08.10 Attachment &amp; Document Management → 08.04 PO-to-Bill Conversion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41D74-882C-6DC5-A9DA-05E94012E006}"/>
              </a:ext>
            </a:extLst>
          </p:cNvPr>
          <p:cNvSpPr txBox="1"/>
          <p:nvPr/>
        </p:nvSpPr>
        <p:spPr>
          <a:xfrm>
            <a:off x="6039293" y="2594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92CE69-C3FB-B602-1AFF-9045C31E461E}"/>
              </a:ext>
            </a:extLst>
          </p:cNvPr>
          <p:cNvSpPr txBox="1"/>
          <p:nvPr/>
        </p:nvSpPr>
        <p:spPr>
          <a:xfrm rot="1847021">
            <a:off x="6731166" y="2354511"/>
            <a:ext cx="12075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Upload document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5214A2-EC60-BB21-7F72-73B38DDF33BA}"/>
              </a:ext>
            </a:extLst>
          </p:cNvPr>
          <p:cNvSpPr/>
          <p:nvPr/>
        </p:nvSpPr>
        <p:spPr>
          <a:xfrm>
            <a:off x="7781935" y="5675531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500" dirty="0"/>
              <a:t>Generated Bill (bill output)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D708AD8-EB27-DA6D-BD87-D2DE74F88F85}"/>
              </a:ext>
            </a:extLst>
          </p:cNvPr>
          <p:cNvSpPr/>
          <p:nvPr/>
        </p:nvSpPr>
        <p:spPr>
          <a:xfrm>
            <a:off x="1804993" y="5705419"/>
            <a:ext cx="2605072" cy="6695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500" dirty="0"/>
              <a:t>Existing Purchase Orders</a:t>
            </a:r>
          </a:p>
          <a:p>
            <a:r>
              <a:rPr lang="en-US" sz="1500" dirty="0"/>
              <a:t>(PO details)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0F712F-1C53-D648-BF56-7973283D81C6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H="1" flipV="1">
            <a:off x="3784232" y="3800012"/>
            <a:ext cx="2311767" cy="187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5A1692-35B6-C390-C01B-FAB005B3EF32}"/>
              </a:ext>
            </a:extLst>
          </p:cNvPr>
          <p:cNvSpPr txBox="1"/>
          <p:nvPr/>
        </p:nvSpPr>
        <p:spPr>
          <a:xfrm rot="2320775">
            <a:off x="4003990" y="5176850"/>
            <a:ext cx="36046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Reads linked uploaded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D8480B-F5D8-7B34-7BE3-EB59B9035345}"/>
              </a:ext>
            </a:extLst>
          </p:cNvPr>
          <p:cNvCxnSpPr>
            <a:stCxn id="6" idx="2"/>
          </p:cNvCxnSpPr>
          <p:nvPr/>
        </p:nvCxnSpPr>
        <p:spPr>
          <a:xfrm flipH="1">
            <a:off x="6117815" y="3836099"/>
            <a:ext cx="2344886" cy="183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B60AB49-44EC-F73E-6FA1-7F47663DDF85}"/>
              </a:ext>
            </a:extLst>
          </p:cNvPr>
          <p:cNvSpPr txBox="1"/>
          <p:nvPr/>
        </p:nvSpPr>
        <p:spPr>
          <a:xfrm rot="19237130">
            <a:off x="5995273" y="4367357"/>
            <a:ext cx="29678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Stores uploaded document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A246F2-341B-8A5E-730F-5515A1ADC295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3064954" y="3800012"/>
            <a:ext cx="719278" cy="1895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9E1BBF-B9ED-8CC0-A626-AE21C301C2CD}"/>
              </a:ext>
            </a:extLst>
          </p:cNvPr>
          <p:cNvSpPr txBox="1"/>
          <p:nvPr/>
        </p:nvSpPr>
        <p:spPr>
          <a:xfrm rot="17476499">
            <a:off x="2383076" y="4651317"/>
            <a:ext cx="1628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Reads existing</a:t>
            </a:r>
          </a:p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A purchase order data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A8862F-2A9B-48F2-3DBB-E7A66564862D}"/>
              </a:ext>
            </a:extLst>
          </p:cNvPr>
          <p:cNvCxnSpPr>
            <a:cxnSpLocks/>
            <a:stCxn id="4" idx="3"/>
            <a:endCxn id="12" idx="0"/>
          </p:cNvCxnSpPr>
          <p:nvPr/>
        </p:nvCxnSpPr>
        <p:spPr>
          <a:xfrm>
            <a:off x="4793463" y="3528882"/>
            <a:ext cx="4291008" cy="2146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F7E3E9E-8CDE-3BE2-335A-F772484F615F}"/>
              </a:ext>
            </a:extLst>
          </p:cNvPr>
          <p:cNvSpPr txBox="1"/>
          <p:nvPr/>
        </p:nvSpPr>
        <p:spPr>
          <a:xfrm rot="1722056">
            <a:off x="7632352" y="4916648"/>
            <a:ext cx="1472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Reads existing</a:t>
            </a:r>
          </a:p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A purchase order data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AAFC3C-26F4-C828-8DB2-664AF5FF56BA}"/>
              </a:ext>
            </a:extLst>
          </p:cNvPr>
          <p:cNvSpPr txBox="1"/>
          <p:nvPr/>
        </p:nvSpPr>
        <p:spPr>
          <a:xfrm rot="19715631">
            <a:off x="3631867" y="2383071"/>
            <a:ext cx="24812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DF-In: selects PO and clicks Create bill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D633DE2C-4046-98AC-83C0-E6C6B62C0207}"/>
              </a:ext>
            </a:extLst>
          </p:cNvPr>
          <p:cNvCxnSpPr>
            <a:stCxn id="4" idx="0"/>
            <a:endCxn id="2" idx="1"/>
          </p:cNvCxnSpPr>
          <p:nvPr/>
        </p:nvCxnSpPr>
        <p:spPr>
          <a:xfrm rot="5400000" flipH="1" flipV="1">
            <a:off x="3767969" y="1438073"/>
            <a:ext cx="1835942" cy="18034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65076E0-C3E4-7ECE-5A25-66DDE21D2EC4}"/>
              </a:ext>
            </a:extLst>
          </p:cNvPr>
          <p:cNvSpPr txBox="1"/>
          <p:nvPr/>
        </p:nvSpPr>
        <p:spPr>
          <a:xfrm>
            <a:off x="2336995" y="1132300"/>
            <a:ext cx="32545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DF-Out: displays generated bill output after conversion</a:t>
            </a:r>
          </a:p>
        </p:txBody>
      </p:sp>
    </p:spTree>
    <p:extLst>
      <p:ext uri="{BB962C8B-B14F-4D97-AF65-F5344CB8AC3E}">
        <p14:creationId xmlns:p14="http://schemas.microsoft.com/office/powerpoint/2010/main" val="3840445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83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08.10 Attachment &amp; Document Management → 08.04 PO-to-Bill Conversion 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Raj, Mr. Vyom</dc:creator>
  <cp:lastModifiedBy>Raj, Mr. Vyom</cp:lastModifiedBy>
  <cp:revision>3</cp:revision>
  <dcterms:created xsi:type="dcterms:W3CDTF">2026-04-18T03:26:50Z</dcterms:created>
  <dcterms:modified xsi:type="dcterms:W3CDTF">2026-05-03T19:53:07Z</dcterms:modified>
</cp:coreProperties>
</file>