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3A0B-F125-C611-FE68-94684C7C6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800D5-DDA6-AB29-CD88-E915238E8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4B2CA-D351-3132-162D-0F20099B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95480-9A46-848F-2683-E8438EFB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9908-C8E9-C1DB-84D1-62D0A5B6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7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37D5-12BC-A3D3-22A4-FCAFA5B2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B7DC-E9EB-D2FF-03B6-513C2AF1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1BB3-9C1E-33D3-D9B1-9EBE81EB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0728A-50BD-C7CE-2880-5538F73F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7756-797F-DC38-6571-379E4E1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5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DA73-C220-525B-0EFF-88D2D73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2E022-4805-ADBF-F8CA-FECA3ECA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C5B9D-B7D4-B14E-7160-FB7B78B7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35061-E031-F982-925F-E4CF4AF7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37AD0-6733-43F3-4AB8-20C3A628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A5DB-5935-0BF3-EB1C-58D9BF2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5685-48D2-E9C3-E459-D70901E91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D6018-EA7C-3A0D-5C98-A842684E0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8DD2F-6795-FC0D-03A2-888FE401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5A57E-4182-08E0-1497-971608CB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2AC4D-1279-13B8-540C-A10583BB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2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B90B-E724-CBEC-D4DE-0FC16C6F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87CFD-2BC5-6FC2-3F6A-5B23F3D9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01081-35E9-5802-5340-11729ABAE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0203E-CD2A-30B5-0AD0-D713DA6CB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81705-DB4D-DD4D-7D6F-3A93D6DB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0085E-2F50-BB6A-2A58-28885034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AC2E8-91FA-BBB5-8C7A-79B53676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C96B0-D2F4-0D78-FE1A-D8D2DB11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7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1AF6-CDB1-2581-4284-83DA7135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2BC7F-CBEE-A62E-6776-4BA728FA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AB4D4-F0E2-F3BA-8829-0E326E78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C2B0C-C307-984A-F885-43A2130B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9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299EA-88B4-3511-6054-6769BD38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66066-617D-69EE-6C08-87DFDFA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C1CCF-9A1E-6CE3-73F6-0749CBC2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3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5A28-0D3D-3778-7A12-5004B52E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F457-4145-60BF-6C7A-AAD402D4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7AF14-A251-48CD-115C-64A497091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3A935-89E2-A1D7-700F-58CF5805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28B6B-815D-B8E6-9FC5-D0A3F626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59961-B801-EE41-73D2-C8975431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4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A4E5-5046-FD3E-D652-F4C3D7F6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A1DC9-1982-757E-06B5-514D0BB56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40176-C0B9-30F8-1401-7CBD6E8FE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D9542-F49F-A67D-2D2B-8A4AD7EE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16ABB-1AB2-21BB-B90D-5C5B5147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96BDF-2E7C-17F0-6D14-A91F7354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5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D04D-6B9A-02C6-D18F-5C129826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164AD-5C7C-D76D-8463-3786ACEB2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0FDC0-D1D2-420E-44DF-F2DF9E8F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0C40F-A18A-F526-A027-BDFA269E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23B1-9A63-43F3-88D4-9E955A60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7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FD913-2AC6-2014-601C-9BDE2C44A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AB4B2-1E25-D286-F6E9-6CF2512DD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4257-5BC9-995F-B133-8FBBEC8E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7D7DB-8F16-6905-EA29-02706075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DC51-D4D4-0571-ABF4-D20434AC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1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0BE1A-B35C-D64D-AF5C-98FFE7D1D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42489-C6F1-DE08-1D31-356924B18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2DAAF-C4C7-C182-5C91-09B6B6EB4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8AA8D-1C0E-9940-8B06-DFCCFE7E31A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019C8-EC73-173A-F9B8-B9F923E49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68CCB-A266-8781-A340-8881FA25A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7D23C-E7E5-364C-8E83-3784E271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8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/xl/media/image4.png">
            <a:extLst>
              <a:ext uri="{FF2B5EF4-FFF2-40B4-BE49-F238E27FC236}">
                <a16:creationId xmlns:a16="http://schemas.microsoft.com/office/drawing/2014/main" id="{00000000-0008-0000-0400-000004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7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Dcosta, Diogo</dc:creator>
  <cp:lastModifiedBy>Dcosta, Diogo</cp:lastModifiedBy>
  <cp:revision>1</cp:revision>
  <dcterms:created xsi:type="dcterms:W3CDTF">2026-05-04T22:39:44Z</dcterms:created>
  <dcterms:modified xsi:type="dcterms:W3CDTF">2026-05-04T22:41:11Z</dcterms:modified>
</cp:coreProperties>
</file>