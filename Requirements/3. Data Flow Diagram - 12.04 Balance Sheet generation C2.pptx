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0667"/>
    <p:restoredTop sz="94720"/>
  </p:normalViewPr>
  <p:slideViewPr>
    <p:cSldViewPr snapToGrid="0">
      <p:cViewPr varScale="1">
        <p:scale>
          <a:sx n="87" d="100"/>
          <a:sy n="87" d="100"/>
        </p:scale>
        <p:origin x="232" y="5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DBDC1C-933F-9A0A-32F1-8BE493C52D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53FA72C-F769-157B-A31B-33BCFE90D65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BE2DB9-AA96-349F-8B4F-6FBA056351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B2C00E-D1E2-2641-B100-F6A696D62CD6}" type="datetimeFigureOut">
              <a:rPr lang="en-US" smtClean="0"/>
              <a:t>5/3/26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5FEF1D-F008-8004-3AAB-351510A50E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34CF19-5B1A-E2BD-21BF-009C47E5F5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A71E45-ED75-CF4D-B9E4-E012C0B72E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85345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0E778A-2CFF-0D9E-ABB3-9CAE2845D1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070987-FD6A-7F6C-8346-9D5CB13B89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00AE17-0C49-CA84-E175-8C31B7B2E1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B2C00E-D1E2-2641-B100-F6A696D62CD6}" type="datetimeFigureOut">
              <a:rPr lang="en-US" smtClean="0"/>
              <a:t>5/3/26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5C8F4E-716F-D790-14E6-F37C034F9E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682FCA-99CD-D5E6-F1FD-EFB224DC62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A71E45-ED75-CF4D-B9E4-E012C0B72E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87025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4A5B39-BF0E-236B-0498-0300300248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0151F1-B50C-5ABE-0DED-03B818BE95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8C55CA-A056-6871-75AB-5F2756325A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B2C00E-D1E2-2641-B100-F6A696D62CD6}" type="datetimeFigureOut">
              <a:rPr lang="en-US" smtClean="0"/>
              <a:t>5/3/26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7DA828-63BA-DACE-862C-5AA16F7CE0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9A38E4-1509-C8F5-E7B2-59468AE302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A71E45-ED75-CF4D-B9E4-E012C0B72E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83737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C34F9A-CC3F-2D0D-20CC-88553E608E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724CF5-7A8D-94BB-44B5-8B1F9155B34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7790C5D-E02B-23EB-91C6-F156A2F0AF7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E06D670-1AFE-D9B9-D11F-92FF073EC3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B2C00E-D1E2-2641-B100-F6A696D62CD6}" type="datetimeFigureOut">
              <a:rPr lang="en-US" smtClean="0"/>
              <a:t>5/3/26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2C8210-3C89-08D2-FF5F-8F8B5F563B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BD00BE2-6ACF-20D9-B2B8-3CE830D201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A71E45-ED75-CF4D-B9E4-E012C0B72E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79854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A307DA-4320-9AF8-1223-4CBF9DFA2B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759807-72D9-9A3F-31AE-0ECD80B0ED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CD31FBE-B362-C612-7BB4-D83483811A6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B3CD6E9-6155-C03A-00BF-3201F100F29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49AF8A2-1D79-D93F-C9AA-2351B25EDFC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0251AB6-9148-E0E4-CDAF-855940E3F0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B2C00E-D1E2-2641-B100-F6A696D62CD6}" type="datetimeFigureOut">
              <a:rPr lang="en-US" smtClean="0"/>
              <a:t>5/3/26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A104820-CD5B-EF81-EB54-D3CEEE99AB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84CBFC8-6311-DA30-0418-93AF31DE68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A71E45-ED75-CF4D-B9E4-E012C0B72E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75811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EC4F11-2B3B-6DE4-C98A-2C1954F90D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D79453-FBDA-BFC1-06FF-03B6D1F8ED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B2C00E-D1E2-2641-B100-F6A696D62CD6}" type="datetimeFigureOut">
              <a:rPr lang="en-US" smtClean="0"/>
              <a:t>5/3/26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3C862B3-5E29-61EC-3404-5071EFC40D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FF2D1A-C129-DBF5-01D2-E5B818A7F2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A71E45-ED75-CF4D-B9E4-E012C0B72E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61182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7BF89F2-AAFF-9837-FF5A-C1581D8AE7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B2C00E-D1E2-2641-B100-F6A696D62CD6}" type="datetimeFigureOut">
              <a:rPr lang="en-US" smtClean="0"/>
              <a:t>5/3/26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B816A82-FBB5-2856-A81F-4E32F2F674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839F07-26EA-9E39-D4D7-ADA9CD01F7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A71E45-ED75-CF4D-B9E4-E012C0B72E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77221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9120EF-3EFF-A26C-DE0F-05616ECF98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300784-DE78-C6DA-BA82-271177FEC8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74521BE-72F9-F328-60C9-4AA250CB68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54819EB-A80A-0D73-5478-801B0E3E09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B2C00E-D1E2-2641-B100-F6A696D62CD6}" type="datetimeFigureOut">
              <a:rPr lang="en-US" smtClean="0"/>
              <a:t>5/3/26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EABE265-1F8C-E191-3FD1-653D0CBC7F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0C70954-8C19-1EC3-3E35-37BA38DA98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A71E45-ED75-CF4D-B9E4-E012C0B72E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55435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D89898-B89F-6A20-821E-013D4084E6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2D5D0C4-580C-75E8-BDA5-5A0E2675B14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C82DDA2-A468-9AE9-80B3-C55C3910989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1F22154-DBEE-162A-59F5-5F2AD5933D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B2C00E-D1E2-2641-B100-F6A696D62CD6}" type="datetimeFigureOut">
              <a:rPr lang="en-US" smtClean="0"/>
              <a:t>5/3/26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781E50-71F7-2DFD-93D4-5A79D8B4B8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2C8BEF3-6FCA-8739-4238-9FF5B5EAF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A71E45-ED75-CF4D-B9E4-E012C0B72E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43395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D05F5E-6FDA-9B9C-C2C2-B85B0F8C63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EA1AD59-7E35-F1A0-141D-F8E391CD5DE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69FAC9-3D62-352A-C738-ADF52C4526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B2C00E-D1E2-2641-B100-F6A696D62CD6}" type="datetimeFigureOut">
              <a:rPr lang="en-US" smtClean="0"/>
              <a:t>5/3/26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BFC28E-A5B1-B83B-40B9-9E9B717B07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46800E-A3A3-340D-0487-C3DD780E10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A71E45-ED75-CF4D-B9E4-E012C0B72E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49991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83F6AB3-C51C-497C-9C67-9A480BE6AAC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1F33789-063B-7907-0B88-01FC7DA6C7C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75ED5D-33D4-7AE7-4316-A4C036DCAD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B2C00E-D1E2-2641-B100-F6A696D62CD6}" type="datetimeFigureOut">
              <a:rPr lang="en-US" smtClean="0"/>
              <a:t>5/3/26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DFDF1D-0C82-E30B-0282-A0A2D7E50C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6DBBC2-A17C-56F8-667B-A7703FB3C2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A71E45-ED75-CF4D-B9E4-E012C0B72E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21487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E29819E-AD6F-5C64-E50F-A5B69162B8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E3C6D4-B32E-2C84-B666-58417529FE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501908-C1AA-17BB-7C06-2B633DC743D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5B2C00E-D1E2-2641-B100-F6A696D62CD6}" type="datetimeFigureOut">
              <a:rPr lang="en-US" smtClean="0"/>
              <a:t>5/3/26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34EC1E-C5A0-7F29-190E-8AC69AE7959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84A49E-2C26-F6C9-CE93-2F02992C823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0A71E45-ED75-CF4D-B9E4-E012C0B72E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82608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F09BA3DF-CFC6-418E-A24A-805247B0A8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87649" y="969372"/>
            <a:ext cx="1060333" cy="90487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F4C697C-7F17-EADE-55C7-5BF4F98B4B93}"/>
              </a:ext>
            </a:extLst>
          </p:cNvPr>
          <p:cNvSpPr txBox="1"/>
          <p:nvPr/>
        </p:nvSpPr>
        <p:spPr>
          <a:xfrm>
            <a:off x="5452005" y="678120"/>
            <a:ext cx="1398588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500" dirty="0"/>
              <a:t>Logged in User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DEEE1E01-D143-3BC3-E193-D487D2A64412}"/>
              </a:ext>
            </a:extLst>
          </p:cNvPr>
          <p:cNvSpPr/>
          <p:nvPr/>
        </p:nvSpPr>
        <p:spPr>
          <a:xfrm>
            <a:off x="2775001" y="3257752"/>
            <a:ext cx="2018462" cy="542260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1200" dirty="0"/>
              <a:t>08.01</a:t>
            </a:r>
          </a:p>
          <a:p>
            <a:r>
              <a:rPr lang="en-US" sz="1200" dirty="0"/>
              <a:t>Purchase Order Drafting &amp; Creation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89EAFFE5-69C7-2EB5-BDE8-C26C291F7620}"/>
              </a:ext>
            </a:extLst>
          </p:cNvPr>
          <p:cNvSpPr/>
          <p:nvPr/>
        </p:nvSpPr>
        <p:spPr>
          <a:xfrm>
            <a:off x="4848763" y="5899927"/>
            <a:ext cx="2605072" cy="669520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Saved Quotes (Quotes Records) 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82EE5E15-5B6B-7623-52AD-057695ED51F5}"/>
              </a:ext>
            </a:extLst>
          </p:cNvPr>
          <p:cNvCxnSpPr>
            <a:cxnSpLocks/>
            <a:stCxn id="2" idx="2"/>
            <a:endCxn id="4" idx="0"/>
          </p:cNvCxnSpPr>
          <p:nvPr/>
        </p:nvCxnSpPr>
        <p:spPr>
          <a:xfrm flipH="1">
            <a:off x="3784232" y="1874247"/>
            <a:ext cx="2333584" cy="138350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787DF3F0-F437-0B86-38A5-5017A11C725E}"/>
              </a:ext>
            </a:extLst>
          </p:cNvPr>
          <p:cNvCxnSpPr>
            <a:cxnSpLocks/>
            <a:stCxn id="4" idx="2"/>
            <a:endCxn id="5" idx="0"/>
          </p:cNvCxnSpPr>
          <p:nvPr/>
        </p:nvCxnSpPr>
        <p:spPr>
          <a:xfrm>
            <a:off x="3784232" y="3800012"/>
            <a:ext cx="2367067" cy="209991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DED9F432-3B7A-7E8C-27DC-D189A09E99DC}"/>
              </a:ext>
            </a:extLst>
          </p:cNvPr>
          <p:cNvSpPr txBox="1"/>
          <p:nvPr/>
        </p:nvSpPr>
        <p:spPr>
          <a:xfrm rot="19757467">
            <a:off x="3198091" y="2315874"/>
            <a:ext cx="319074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Enters purchase order details and clicks Save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E81EAA07-015F-A44A-F047-4B890F759208}"/>
              </a:ext>
            </a:extLst>
          </p:cNvPr>
          <p:cNvSpPr txBox="1"/>
          <p:nvPr/>
        </p:nvSpPr>
        <p:spPr>
          <a:xfrm rot="2326447">
            <a:off x="4064404" y="4559135"/>
            <a:ext cx="208537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Saves purchase order record</a:t>
            </a:r>
          </a:p>
        </p:txBody>
      </p:sp>
      <p:sp>
        <p:nvSpPr>
          <p:cNvPr id="46" name="Title 45">
            <a:extLst>
              <a:ext uri="{FF2B5EF4-FFF2-40B4-BE49-F238E27FC236}">
                <a16:creationId xmlns:a16="http://schemas.microsoft.com/office/drawing/2014/main" id="{57CCF410-7CEA-D47A-C709-7964C420CD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81111" y="283862"/>
            <a:ext cx="4091008" cy="323166"/>
          </a:xfrm>
        </p:spPr>
        <p:txBody>
          <a:bodyPr>
            <a:noAutofit/>
          </a:bodyPr>
          <a:lstStyle/>
          <a:p>
            <a:r>
              <a:rPr lang="en-US" sz="1400" dirty="0"/>
              <a:t>12.04 Balance Sheet generation</a:t>
            </a: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498BEDC9-13CB-4EAC-BD36-BFA21F8B53C2}"/>
              </a:ext>
            </a:extLst>
          </p:cNvPr>
          <p:cNvSpPr/>
          <p:nvPr/>
        </p:nvSpPr>
        <p:spPr>
          <a:xfrm>
            <a:off x="7607954" y="3275871"/>
            <a:ext cx="2128331" cy="542260"/>
          </a:xfrm>
          <a:prstGeom prst="roundRect">
            <a:avLst>
              <a:gd name="adj" fmla="val 13652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1200" dirty="0"/>
              <a:t>08.06</a:t>
            </a:r>
          </a:p>
          <a:p>
            <a:r>
              <a:rPr lang="en-US" sz="1200" dirty="0"/>
              <a:t>Purchase order Retrieval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9A93897-55BB-F98F-3FA0-0F806BDE60BD}"/>
              </a:ext>
            </a:extLst>
          </p:cNvPr>
          <p:cNvSpPr txBox="1"/>
          <p:nvPr/>
        </p:nvSpPr>
        <p:spPr>
          <a:xfrm rot="12509106" flipV="1">
            <a:off x="7826945" y="2581908"/>
            <a:ext cx="164809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200" dirty="0">
                <a:effectLst/>
                <a:latin typeface="Helvetica" pitchFamily="2" charset="0"/>
              </a:rPr>
              <a:t>Selects report date / clicks Update or Generate</a:t>
            </a:r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31A57635-D476-0D64-2942-53B062CBCF25}"/>
              </a:ext>
            </a:extLst>
          </p:cNvPr>
          <p:cNvCxnSpPr>
            <a:stCxn id="2" idx="2"/>
            <a:endCxn id="20" idx="0"/>
          </p:cNvCxnSpPr>
          <p:nvPr/>
        </p:nvCxnSpPr>
        <p:spPr>
          <a:xfrm>
            <a:off x="6117816" y="1874247"/>
            <a:ext cx="2554304" cy="140162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67E00E56-FF68-267D-9CAE-760EAF5A33C0}"/>
              </a:ext>
            </a:extLst>
          </p:cNvPr>
          <p:cNvCxnSpPr>
            <a:stCxn id="5" idx="0"/>
            <a:endCxn id="20" idx="2"/>
          </p:cNvCxnSpPr>
          <p:nvPr/>
        </p:nvCxnSpPr>
        <p:spPr>
          <a:xfrm flipV="1">
            <a:off x="6151299" y="3818131"/>
            <a:ext cx="2520821" cy="208179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602B4C7B-AB24-FDCB-57DA-5999BD52D3AF}"/>
              </a:ext>
            </a:extLst>
          </p:cNvPr>
          <p:cNvSpPr txBox="1"/>
          <p:nvPr/>
        </p:nvSpPr>
        <p:spPr>
          <a:xfrm rot="19249924">
            <a:off x="6349587" y="4582576"/>
            <a:ext cx="314912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200" dirty="0">
                <a:effectLst/>
                <a:latin typeface="Helvetica" pitchFamily="2" charset="0"/>
              </a:rPr>
              <a:t>DF-Out: displays balance sheet report output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A3FC29D8-7406-E875-567A-D6EACD286E31}"/>
              </a:ext>
            </a:extLst>
          </p:cNvPr>
          <p:cNvSpPr txBox="1"/>
          <p:nvPr/>
        </p:nvSpPr>
        <p:spPr>
          <a:xfrm rot="5400000">
            <a:off x="8871528" y="2465827"/>
            <a:ext cx="262863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200" dirty="0">
                <a:effectLst/>
                <a:latin typeface="Helvetica" pitchFamily="2" charset="0"/>
              </a:rPr>
              <a:t>Returns</a:t>
            </a:r>
          </a:p>
          <a:p>
            <a:pPr>
              <a:buNone/>
            </a:pPr>
            <a:r>
              <a:rPr lang="en-US" sz="1200" dirty="0">
                <a:effectLst/>
                <a:latin typeface="Helvetica" pitchFamily="2" charset="0"/>
              </a:rPr>
              <a:t>account balances for selected</a:t>
            </a:r>
          </a:p>
        </p:txBody>
      </p:sp>
      <p:cxnSp>
        <p:nvCxnSpPr>
          <p:cNvPr id="44" name="Elbow Connector 43">
            <a:extLst>
              <a:ext uri="{FF2B5EF4-FFF2-40B4-BE49-F238E27FC236}">
                <a16:creationId xmlns:a16="http://schemas.microsoft.com/office/drawing/2014/main" id="{57388C69-0FD6-CEEF-BFE3-A7B305031ED8}"/>
              </a:ext>
            </a:extLst>
          </p:cNvPr>
          <p:cNvCxnSpPr>
            <a:stCxn id="20" idx="3"/>
          </p:cNvCxnSpPr>
          <p:nvPr/>
        </p:nvCxnSpPr>
        <p:spPr>
          <a:xfrm flipH="1" flipV="1">
            <a:off x="6647982" y="1391125"/>
            <a:ext cx="3088303" cy="2155876"/>
          </a:xfrm>
          <a:prstGeom prst="bentConnector3">
            <a:avLst>
              <a:gd name="adj1" fmla="val -7402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404451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69</TotalTime>
  <Words>54</Words>
  <Application>Microsoft Macintosh PowerPoint</Application>
  <PresentationFormat>Widescreen</PresentationFormat>
  <Paragraphs>13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Helvetica</vt:lpstr>
      <vt:lpstr>Office Theme</vt:lpstr>
      <vt:lpstr>12.04 Balance Sheet generation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Raj, Mr. Vyom</dc:creator>
  <cp:lastModifiedBy>Raj, Mr. Vyom</cp:lastModifiedBy>
  <cp:revision>5</cp:revision>
  <dcterms:created xsi:type="dcterms:W3CDTF">2026-04-18T03:26:50Z</dcterms:created>
  <dcterms:modified xsi:type="dcterms:W3CDTF">2026-05-03T05:51:12Z</dcterms:modified>
</cp:coreProperties>
</file>