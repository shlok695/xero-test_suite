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1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1B28-18B9-F471-DEF3-2E568DEEC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4E770-4D1F-B9C0-2B7A-9320139EA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B7FD-D770-09DF-F036-FD1D7811D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DB57-BA05-FE16-5B02-7D9E3160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81C8-733B-6B9C-E4A5-A8FCF37C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5211-9FF3-07DB-5E31-33DA514D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3FAA6-609D-8EF4-5B36-98FCD23BF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76B2E-27E4-7CC1-36F5-D14B7594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F2887-D8F4-41A6-8158-BAFBD28A9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57DBC-E463-9EB5-27D3-44262CA2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11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4268-2A37-4017-8B93-827A4F75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544DF-D9DA-FF3D-B0A3-9FBE9D3C9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64893-98EA-8276-4027-2B882812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08B1E-4AB4-15CD-4765-1A7B82F8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D0F00-F67B-1C34-2A1C-3727C2DC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5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4FED-5924-6FE1-D45C-A4926A99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B1E14-7036-FC6F-94D9-1D45C2BEB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9F4E3-EAFF-9D79-6D1C-A577A9B8E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1CDDF-0462-2C6C-9A77-2D37F8FB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0B87B-0E5F-D558-6F1A-F927E248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45C6B-BD9A-23A9-8CDF-45F1A986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3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2DED-9D91-AC98-7CFC-D6CFC22E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0FF65-452D-63C8-09B2-EC22522CC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B5B8A-176D-0EDE-F79B-41C840B18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4483A-60F4-49E3-8EAC-5A5302EB9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BF360-3031-D547-5C1B-9A26AEC23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88E943-D6B9-2DD3-0DBE-4D859AE3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F2733-631C-E419-B838-AA7D8032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2CC88-C0A2-83E7-B5B5-55DA672F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392D-2467-069F-421C-2A12703B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CD3A7-ED47-B9AB-02EF-266AF3CE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AF2B1-1F8E-8DC5-2C70-6A5C50F9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5DF3E-CF74-3FD7-F62E-86FFBDF8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1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345CD-8EFF-A588-C6E1-30889687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0FEC3-2728-1631-4E51-F668462F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52532-13FF-F723-05F6-7A5A360F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6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39FE-7F58-8B77-DA81-1CDA8C86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D11F1-8EBC-4952-4863-8EF324DFE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B7E07-3A8C-60C8-D7CF-15042D4F6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38677-20C3-4918-2FD2-F52CC18F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1C5FC-8A08-2437-19CB-D1390B3E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1BB78-69C1-A87B-E29B-F6DEA171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7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84BA2-93C4-90CC-A153-EF93B8757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A8E91-E534-B70F-A952-5E8AFB114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E866B-C093-A6E0-847F-51BFDE44D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7A28E-22F5-3EC7-7FE8-410E3F60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B09C5-C514-65AA-465D-CCD9645A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72293-DD04-BA0B-5224-A1AC8197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47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2806-084B-E41C-5DA9-03F20DCA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458DA-0D9A-EF0F-7659-9C8CD09F6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45F1D-8C84-B695-2D3E-FC5E7377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2517E-B73A-62AD-AD9C-4D9DED9C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6C434-DFDF-F8A1-75B6-698C508F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5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82F8F-B3B6-D82A-6A84-2D6C41593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B11E6-5360-AB9B-63A1-503FEE738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DC154-EA8A-B49A-B99B-971A1169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1B4CD-A64A-8945-1582-74426571E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8A653-DE91-C343-ECB7-C16461BA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8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6396E-B6BF-DBC9-BE38-CD88305D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BBFCA-ED95-8DB6-2BC1-D8D14D628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04089-4AE6-862B-71B0-D5E9043A3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BD8A9-641E-E04F-A8FB-FF4E4ED5464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668F8-7F81-F834-FDED-D19A38166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E2E44-F560-FAED-C214-342E3B3DD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B1CFE-041A-F84F-941C-DE0C41CE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3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9FB9A8-28D2-ACDB-57C7-945B327F9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0696" cy="579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5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Dcosta, Diogo</dc:creator>
  <cp:lastModifiedBy>Dcosta, Diogo</cp:lastModifiedBy>
  <cp:revision>1</cp:revision>
  <dcterms:created xsi:type="dcterms:W3CDTF">2026-05-04T22:35:09Z</dcterms:created>
  <dcterms:modified xsi:type="dcterms:W3CDTF">2026-05-04T22:39:31Z</dcterms:modified>
</cp:coreProperties>
</file>