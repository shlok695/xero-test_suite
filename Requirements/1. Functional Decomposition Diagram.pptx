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/>
    <p:restoredTop sz="94603"/>
  </p:normalViewPr>
  <p:slideViewPr>
    <p:cSldViewPr snapToGrid="0">
      <p:cViewPr varScale="1">
        <p:scale>
          <a:sx n="102" d="100"/>
          <a:sy n="102" d="100"/>
        </p:scale>
        <p:origin x="33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7DA3F-E7B4-0F4E-B58E-3D5A4CAEFCE6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8D15D-806A-EC4E-822A-EFC59FED2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3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8D15D-806A-EC4E-822A-EFC59FED2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4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9A8B-D374-B895-47D0-D3A5EB7C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C6B8D-0A0B-9509-27EA-BBF36B665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0B30A-235E-4EC7-AB78-D8D15B8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7345E-556E-F786-7BD4-B3695C6D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1FCC2-83B6-AE68-C6C7-1AA325ED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5878-443A-777D-4002-D6A22EB5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6ED90-A21A-9774-047B-0869B9232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7BB94-FBBE-539C-165E-711DE10F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CF129-23CF-4968-841B-5563AB9E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71A-594C-E9B3-1945-18CB028C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6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0779-6D50-BE4B-7C72-8F0C40E1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4B095-695E-7BAE-90EA-2150C003A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7B31-EE0E-2B5B-1D0B-ADC08772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EC706-50C9-48DF-9469-329FC25E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8A745-0FBD-46CF-74C1-8E1EE9B0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7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371E-CBAF-C024-855F-C3CD7A46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A2BC5-6DD7-382C-ACC9-01B8E7736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49C7-9667-B389-93EA-883FCE996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5B226-ED8C-4BFE-548D-6D5AEDC6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9E12E-DA17-8E4B-BB29-33C74EEC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FE2DF-0E99-8DA2-EDCC-E3CEF345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EE18-63EC-F411-3712-68AB6ED6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E69F4-6397-E875-4865-90AC3A0A5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E2FC1-7FF5-6E43-3E46-B8ECB565B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F8609-DBB9-255F-84BE-2055C2A41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3FAF7-F9CA-FD93-37B6-5EFA4CE60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635EE2-7ADC-3D46-589D-42525725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12750-0677-6CA0-7F4E-B2AAB67D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4411C-5D03-54D7-695D-9401C427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9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013E-690D-A6EF-6256-5075BED1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BCFA4A-E7DF-DC73-8143-36308AB5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79793-1FC2-7606-9384-AEAEA8FB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11ECC-A8AA-4D5F-F54A-48256AB54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4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F5236A-0D6D-FF72-41D7-FCB07B5D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08948-B62F-6CD2-B4CA-EACD5FBA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6F74C-A28D-72CE-4FDF-54F42934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0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D16A-E158-E7BA-0B9F-941C5C22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E2F8-6C00-F009-A110-1D0C7CE27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0CABE-62B2-C7A0-AF0C-6159292ED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33637-0EB1-9B9B-092C-73645155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5D443-6B35-DFD8-845A-9807DE27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9627D-24B3-8F23-0BB4-46C84BE6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5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8E71-DBEA-6746-65AE-3AB6C15E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0348B-74C3-290F-35EA-2217BCEB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5B3C2-259F-CDF5-FE9C-B99A59533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E5E4F-E10D-B5B3-49E2-DC3E7C63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DF8F9-6CB2-E703-B43D-8A12E4BE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E3B85-E25F-339B-8657-211F26E4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3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5265-C33E-C677-3DCE-88F11096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587D7-BD8C-295A-1314-D191C63B2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0820D-EC26-4D51-7996-CAC7683C6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16ABB-2A6B-04ED-7D60-590460C0B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4EF90-C168-3BC8-90A0-B09CEB5B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06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2F62B-8A2C-3B3A-B2B3-3EEACA984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08683-9FC8-8F39-3C7F-B16FE1428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54069-C7B5-D287-14BA-C8FFD527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B8AF9-B2B9-BD5A-94AE-68260E84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2420-D49E-0D6B-C7C8-10A10B5F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2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F86AA-FD6A-EC91-DAB5-45FFEE8F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1BE8-DE58-E214-D753-C3DD98B8D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E9341-38EB-F329-60DC-BA5547D20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E84C3-FBFB-B846-A41B-BA00E4DF0D60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039ED-988C-5309-D279-C7C944EB9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71722-3619-F25A-47A2-81E38003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96426-41C2-A640-BAB4-052FA7F3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6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80A73F-C84D-8417-7DC7-26A884DD3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3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5</cp:revision>
  <dcterms:created xsi:type="dcterms:W3CDTF">2026-02-16T21:00:05Z</dcterms:created>
  <dcterms:modified xsi:type="dcterms:W3CDTF">2026-02-22T06:05:01Z</dcterms:modified>
</cp:coreProperties>
</file>