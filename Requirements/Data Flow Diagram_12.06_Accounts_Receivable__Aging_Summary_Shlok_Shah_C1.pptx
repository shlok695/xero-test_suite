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87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DFD – 12.06 Accounts Receivable (A/R) Aging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77"/>
                </a:solidFill>
              </a:rPr>
              <a:t>Logical Data Flow Diagram – Showing DF-In Crosscuts (No DF-Out)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72C4"/>
                </a:solidFill>
              </a:rPr>
              <a:t>DF-IN (Input Crosscuts)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377440" cy="685800"/>
          </a:xfrm>
          <a:prstGeom prst="rect">
            <a:avLst/>
          </a:prstGeom>
          <a:solidFill>
            <a:srgbClr val="DAE9F5"/>
          </a:solidFill>
          <a:ln w="12700">
            <a:solidFill>
              <a:srgbClr val="4472C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06.01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Create New Invoice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2377440" cy="685800"/>
          </a:xfrm>
          <a:prstGeom prst="rect">
            <a:avLst/>
          </a:prstGeom>
          <a:solidFill>
            <a:srgbClr val="DAE9F5"/>
          </a:solidFill>
          <a:ln w="12700">
            <a:solidFill>
              <a:srgbClr val="4472C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06.04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Convert Quote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to Invoice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2377440" cy="685800"/>
          </a:xfrm>
          <a:prstGeom prst="rect">
            <a:avLst/>
          </a:prstGeom>
          <a:solidFill>
            <a:srgbClr val="DAE9F5"/>
          </a:solidFill>
          <a:ln w="12700">
            <a:solidFill>
              <a:srgbClr val="4472C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06.06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</a:rPr>
              <a:t>Import Invoices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2761488"/>
            <a:ext cx="1371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17520" y="2297387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Saves invoice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records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(Draft/Approved)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17520" y="3675888"/>
            <a:ext cx="1371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17520" y="315010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Creates invoice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records from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converted quote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17520" y="4590288"/>
            <a:ext cx="1371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017520" y="4092113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Imports invoice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records into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the system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89120" y="2743200"/>
            <a:ext cx="2926080" cy="2194560"/>
          </a:xfrm>
          <a:prstGeom prst="rect">
            <a:avLst/>
          </a:prstGeom>
          <a:solidFill>
            <a:srgbClr val="C6E0C4"/>
          </a:solidFill>
          <a:ln w="12700">
            <a:solidFill>
              <a:srgbClr val="4E9A5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>
              <a:highlight>
                <a:srgbClr val="00FFFF"/>
              </a:highlight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0" y="274320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12.06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Accounts Receivable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(A/R) Aging Summary</a:t>
            </a:r>
            <a:endParaRPr lang="en-US" sz="14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1A1A2E"/>
                </a:solidFill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Reads invoice records and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calculates aging buckets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731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Logged in User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Selects report parameters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</a:rPr>
              <a:t>(Date Range, Customer, etc.)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52160" y="2560320"/>
            <a:ext cx="0" cy="18288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852160" y="4937760"/>
            <a:ext cx="0" cy="36576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394960" y="5303520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80760" y="5303520"/>
            <a:ext cx="228600" cy="228600"/>
          </a:xfrm>
          <a:prstGeom prst="rect">
            <a:avLst/>
          </a:prstGeom>
          <a:solidFill>
            <a:srgbClr val="F5F7F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486400" y="5440680"/>
            <a:ext cx="457200" cy="548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486400" y="5559552"/>
            <a:ext cx="320040" cy="5486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486400" y="5678424"/>
            <a:ext cx="411480" cy="5486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86400" y="5797296"/>
            <a:ext cx="228600" cy="5486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480560" y="6080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55"/>
                </a:solidFill>
              </a:rPr>
              <a:t>Displays A/R Aging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3355"/>
                </a:solidFill>
              </a:rPr>
              <a:t>Summary Report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3355"/>
                </a:solidFill>
              </a:rPr>
              <a:t>(Current, 1–30, 31–60,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3355"/>
                </a:solidFill>
              </a:rPr>
              <a:t>61–90, 90+ days)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595360" y="86868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8778240" y="1005840"/>
            <a:ext cx="274320" cy="182880"/>
          </a:xfrm>
          <a:prstGeom prst="rect">
            <a:avLst/>
          </a:prstGeom>
          <a:solidFill>
            <a:srgbClr val="C6E0C4"/>
          </a:solidFill>
          <a:ln w="12700">
            <a:solidFill>
              <a:srgbClr val="4E9A52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00FFFF"/>
              </a:highlight>
            </a:endParaRPr>
          </a:p>
        </p:txBody>
      </p:sp>
      <p:sp>
        <p:nvSpPr>
          <p:cNvPr id="35" name="Text 33"/>
          <p:cNvSpPr/>
          <p:nvPr/>
        </p:nvSpPr>
        <p:spPr>
          <a:xfrm>
            <a:off x="9125712" y="9875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Core Feature (Being Tested)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778240" y="1280160"/>
            <a:ext cx="274320" cy="182880"/>
          </a:xfrm>
          <a:prstGeom prst="rect">
            <a:avLst/>
          </a:prstGeom>
          <a:solidFill>
            <a:srgbClr val="DAE9F5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125712" y="12618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DF-In (Input from other stories)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778240" y="1554480"/>
            <a:ext cx="27432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125712" y="1536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DF-Out (Not applicable)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95360" y="2331720"/>
            <a:ext cx="3200400" cy="2286000"/>
          </a:xfrm>
          <a:prstGeom prst="rect">
            <a:avLst/>
          </a:prstGeom>
          <a:solidFill>
            <a:srgbClr val="EEF2FB"/>
          </a:solidFill>
          <a:ln w="12700">
            <a:solidFill>
              <a:srgbClr val="4472C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32520" y="2423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</a:rPr>
              <a:t>Notes: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732520" y="2724912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DF-In:</a:t>
            </a:r>
            <a:r>
              <a:rPr lang="en-US" sz="950" dirty="0">
                <a:solidFill>
                  <a:srgbClr val="1A1A2E"/>
                </a:solidFill>
              </a:rPr>
              <a:t> Other stories that provide data to this feature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</a:rPr>
              <a:t>DF-Out:</a:t>
            </a:r>
            <a:r>
              <a:rPr lang="en-US" sz="950" dirty="0">
                <a:solidFill>
                  <a:srgbClr val="1A1A2E"/>
                </a:solidFill>
              </a:rPr>
              <a:t> Not applicable (value = 0 in RCT)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Highlighted (green) feature is in scope for testing this semester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IDs and Titles are as per RCT</a:t>
            </a:r>
            <a:endParaRPr lang="en-US" sz="9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09BA3DF-CFC6-418E-A24A-805247B0A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473" y="1097280"/>
            <a:ext cx="933333" cy="904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174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Shlok shah</cp:lastModifiedBy>
  <cp:revision>3</cp:revision>
  <dcterms:created xsi:type="dcterms:W3CDTF">2026-04-22T22:46:44Z</dcterms:created>
  <dcterms:modified xsi:type="dcterms:W3CDTF">2026-04-22T22:58:22Z</dcterms:modified>
</cp:coreProperties>
</file>