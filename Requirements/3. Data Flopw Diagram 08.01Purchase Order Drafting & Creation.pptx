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471"/>
    <p:restoredTop sz="94720"/>
  </p:normalViewPr>
  <p:slideViewPr>
    <p:cSldViewPr snapToGrid="0">
      <p:cViewPr varScale="1">
        <p:scale>
          <a:sx n="96" d="100"/>
          <a:sy n="96" d="100"/>
        </p:scale>
        <p:origin x="168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BDC1C-933F-9A0A-32F1-8BE493C52D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3FA72C-F769-157B-A31B-33BCFE90D6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E2DB9-AA96-349F-8B4F-6FBA05635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2C00E-D1E2-2641-B100-F6A696D62CD6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FEF1D-F008-8004-3AAB-351510A50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34CF19-5B1A-E2BD-21BF-009C47E5F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1E45-ED75-CF4D-B9E4-E012C0B72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534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E778A-2CFF-0D9E-ABB3-9CAE2845D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70987-FD6A-7F6C-8346-9D5CB13B8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0AE17-0C49-CA84-E175-8C31B7B2E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2C00E-D1E2-2641-B100-F6A696D62CD6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5C8F4E-716F-D790-14E6-F37C034F9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682FCA-99CD-D5E6-F1FD-EFB224DC6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1E45-ED75-CF4D-B9E4-E012C0B72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702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A5B39-BF0E-236B-0498-030030024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0151F1-B50C-5ABE-0DED-03B818BE95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C55CA-A056-6871-75AB-5F2756325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2C00E-D1E2-2641-B100-F6A696D62CD6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DA828-63BA-DACE-862C-5AA16F7CE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9A38E4-1509-C8F5-E7B2-59468AE30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1E45-ED75-CF4D-B9E4-E012C0B72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373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34F9A-CC3F-2D0D-20CC-88553E608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24CF5-7A8D-94BB-44B5-8B1F9155B3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790C5D-E02B-23EB-91C6-F156A2F0AF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06D670-1AFE-D9B9-D11F-92FF073EC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2C00E-D1E2-2641-B100-F6A696D62CD6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2C8210-3C89-08D2-FF5F-8F8B5F563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D00BE2-6ACF-20D9-B2B8-3CE830D20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1E45-ED75-CF4D-B9E4-E012C0B72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985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307DA-4320-9AF8-1223-4CBF9DFA2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759807-72D9-9A3F-31AE-0ECD80B0E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D31FBE-B362-C612-7BB4-D83483811A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3CD6E9-6155-C03A-00BF-3201F100F2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AF8A2-1D79-D93F-C9AA-2351B25EDF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251AB6-9148-E0E4-CDAF-855940E3F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2C00E-D1E2-2641-B100-F6A696D62CD6}" type="datetimeFigureOut">
              <a:rPr lang="en-US" smtClean="0"/>
              <a:t>5/3/26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104820-CD5B-EF81-EB54-D3CEEE99A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4CBFC8-6311-DA30-0418-93AF31DE6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1E45-ED75-CF4D-B9E4-E012C0B72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581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C4F11-2B3B-6DE4-C98A-2C1954F90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D79453-FBDA-BFC1-06FF-03B6D1F8E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2C00E-D1E2-2641-B100-F6A696D62CD6}" type="datetimeFigureOut">
              <a:rPr lang="en-US" smtClean="0"/>
              <a:t>5/3/26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C862B3-5E29-61EC-3404-5071EFC40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FF2D1A-C129-DBF5-01D2-E5B818A7F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1E45-ED75-CF4D-B9E4-E012C0B72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118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BF89F2-AAFF-9837-FF5A-C1581D8AE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2C00E-D1E2-2641-B100-F6A696D62CD6}" type="datetimeFigureOut">
              <a:rPr lang="en-US" smtClean="0"/>
              <a:t>5/3/26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816A82-FBB5-2856-A81F-4E32F2F67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839F07-26EA-9E39-D4D7-ADA9CD01F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1E45-ED75-CF4D-B9E4-E012C0B72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722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120EF-3EFF-A26C-DE0F-05616ECF9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00784-DE78-C6DA-BA82-271177FEC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4521BE-72F9-F328-60C9-4AA250CB68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4819EB-A80A-0D73-5478-801B0E3E0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2C00E-D1E2-2641-B100-F6A696D62CD6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ABE265-1F8C-E191-3FD1-653D0CBC7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C70954-8C19-1EC3-3E35-37BA38DA9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1E45-ED75-CF4D-B9E4-E012C0B72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543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89898-B89F-6A20-821E-013D4084E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D5D0C4-580C-75E8-BDA5-5A0E2675B1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82DDA2-A468-9AE9-80B3-C55C391098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F22154-DBEE-162A-59F5-5F2AD5933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2C00E-D1E2-2641-B100-F6A696D62CD6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781E50-71F7-2DFD-93D4-5A79D8B4B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C8BEF3-6FCA-8739-4238-9FF5B5EA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1E45-ED75-CF4D-B9E4-E012C0B72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339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05F5E-6FDA-9B9C-C2C2-B85B0F8C6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A1AD59-7E35-F1A0-141D-F8E391CD5D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69FAC9-3D62-352A-C738-ADF52C452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2C00E-D1E2-2641-B100-F6A696D62CD6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BFC28E-A5B1-B83B-40B9-9E9B717B0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6800E-A3A3-340D-0487-C3DD780E1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1E45-ED75-CF4D-B9E4-E012C0B72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999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3F6AB3-C51C-497C-9C67-9A480BE6AA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F33789-063B-7907-0B88-01FC7DA6C7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5ED5D-33D4-7AE7-4316-A4C036DCA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2C00E-D1E2-2641-B100-F6A696D62CD6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FDF1D-0C82-E30B-0282-A0A2D7E50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DBBC2-A17C-56F8-667B-A7703FB3C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1E45-ED75-CF4D-B9E4-E012C0B72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148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29819E-AD6F-5C64-E50F-A5B69162B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E3C6D4-B32E-2C84-B666-58417529FE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501908-C1AA-17BB-7C06-2B633DC743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B2C00E-D1E2-2641-B100-F6A696D62CD6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34EC1E-C5A0-7F29-190E-8AC69AE795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84A49E-2C26-F6C9-CE93-2F02992C82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A71E45-ED75-CF4D-B9E4-E012C0B72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260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09BA3DF-CFC6-418E-A24A-805247B0A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7649" y="969372"/>
            <a:ext cx="1060333" cy="9048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F4C697C-7F17-EADE-55C7-5BF4F98B4B93}"/>
              </a:ext>
            </a:extLst>
          </p:cNvPr>
          <p:cNvSpPr txBox="1"/>
          <p:nvPr/>
        </p:nvSpPr>
        <p:spPr>
          <a:xfrm>
            <a:off x="5452005" y="678120"/>
            <a:ext cx="139858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/>
              <a:t>Logged in User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EEE1E01-D143-3BC3-E193-D487D2A64412}"/>
              </a:ext>
            </a:extLst>
          </p:cNvPr>
          <p:cNvSpPr/>
          <p:nvPr/>
        </p:nvSpPr>
        <p:spPr>
          <a:xfrm>
            <a:off x="2775001" y="3257752"/>
            <a:ext cx="2018462" cy="54226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/>
              <a:t>08.01</a:t>
            </a:r>
          </a:p>
          <a:p>
            <a:r>
              <a:rPr lang="en-US" sz="1200" dirty="0"/>
              <a:t>Purchase Order Drafting &amp; Creation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9EAFFE5-69C7-2EB5-BDE8-C26C291F7620}"/>
              </a:ext>
            </a:extLst>
          </p:cNvPr>
          <p:cNvSpPr/>
          <p:nvPr/>
        </p:nvSpPr>
        <p:spPr>
          <a:xfrm>
            <a:off x="4848763" y="5899927"/>
            <a:ext cx="2605072" cy="6695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Saved Quotes (Quotes Records) 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F29690E-04EE-9AB7-6BDA-E43E28F16736}"/>
              </a:ext>
            </a:extLst>
          </p:cNvPr>
          <p:cNvSpPr/>
          <p:nvPr/>
        </p:nvSpPr>
        <p:spPr>
          <a:xfrm>
            <a:off x="7398535" y="3293839"/>
            <a:ext cx="2128331" cy="542260"/>
          </a:xfrm>
          <a:prstGeom prst="roundRect">
            <a:avLst>
              <a:gd name="adj" fmla="val 13652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/>
              <a:t>08.06</a:t>
            </a:r>
          </a:p>
          <a:p>
            <a:r>
              <a:rPr lang="en-US" sz="1200" dirty="0"/>
              <a:t>Purchase order Retrieval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2EE5E15-5B6B-7623-52AD-057695ED51F5}"/>
              </a:ext>
            </a:extLst>
          </p:cNvPr>
          <p:cNvCxnSpPr>
            <a:cxnSpLocks/>
            <a:stCxn id="2" idx="2"/>
            <a:endCxn id="4" idx="0"/>
          </p:cNvCxnSpPr>
          <p:nvPr/>
        </p:nvCxnSpPr>
        <p:spPr>
          <a:xfrm flipH="1">
            <a:off x="3784232" y="1874247"/>
            <a:ext cx="2333584" cy="13835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87DF3F0-F437-0B86-38A5-5017A11C725E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3784232" y="3800012"/>
            <a:ext cx="2367067" cy="20999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B702084-0494-2526-EA63-C6817AC86A54}"/>
              </a:ext>
            </a:extLst>
          </p:cNvPr>
          <p:cNvCxnSpPr>
            <a:cxnSpLocks/>
            <a:stCxn id="5" idx="0"/>
            <a:endCxn id="6" idx="2"/>
          </p:cNvCxnSpPr>
          <p:nvPr/>
        </p:nvCxnSpPr>
        <p:spPr>
          <a:xfrm flipV="1">
            <a:off x="6151299" y="3836099"/>
            <a:ext cx="2311402" cy="20638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BE43E4B-1A5E-49FE-8330-04B9FE7DA874}"/>
              </a:ext>
            </a:extLst>
          </p:cNvPr>
          <p:cNvCxnSpPr>
            <a:stCxn id="2" idx="2"/>
            <a:endCxn id="6" idx="0"/>
          </p:cNvCxnSpPr>
          <p:nvPr/>
        </p:nvCxnSpPr>
        <p:spPr>
          <a:xfrm>
            <a:off x="6117816" y="1874247"/>
            <a:ext cx="2344885" cy="14195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2CFE58D1-C418-8C64-DE94-6F39AC2974EC}"/>
              </a:ext>
            </a:extLst>
          </p:cNvPr>
          <p:cNvSpPr txBox="1"/>
          <p:nvPr/>
        </p:nvSpPr>
        <p:spPr>
          <a:xfrm rot="19102851">
            <a:off x="5658155" y="4654352"/>
            <a:ext cx="31188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DF-In: reads existing purchase order records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ED9F432-3B7A-7E8C-27DC-D189A09E99DC}"/>
              </a:ext>
            </a:extLst>
          </p:cNvPr>
          <p:cNvSpPr txBox="1"/>
          <p:nvPr/>
        </p:nvSpPr>
        <p:spPr>
          <a:xfrm rot="19757467">
            <a:off x="3198091" y="2315874"/>
            <a:ext cx="31907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Enters purchase order details and clicks Save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726027F-22E0-A4C9-EC48-AB67E38F3E35}"/>
              </a:ext>
            </a:extLst>
          </p:cNvPr>
          <p:cNvSpPr txBox="1"/>
          <p:nvPr/>
        </p:nvSpPr>
        <p:spPr>
          <a:xfrm rot="1810680">
            <a:off x="6523722" y="2313854"/>
            <a:ext cx="22446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Enters PO number /</a:t>
            </a:r>
          </a:p>
          <a:p>
            <a:r>
              <a:rPr lang="en-US" sz="1200" dirty="0"/>
              <a:t>search filter and clicks Search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81EAA07-015F-A44A-F047-4B890F759208}"/>
              </a:ext>
            </a:extLst>
          </p:cNvPr>
          <p:cNvSpPr txBox="1"/>
          <p:nvPr/>
        </p:nvSpPr>
        <p:spPr>
          <a:xfrm rot="2326447">
            <a:off x="4064404" y="4559135"/>
            <a:ext cx="20853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Saves purchase order record</a:t>
            </a:r>
          </a:p>
        </p:txBody>
      </p:sp>
      <p:sp>
        <p:nvSpPr>
          <p:cNvPr id="46" name="Title 45">
            <a:extLst>
              <a:ext uri="{FF2B5EF4-FFF2-40B4-BE49-F238E27FC236}">
                <a16:creationId xmlns:a16="http://schemas.microsoft.com/office/drawing/2014/main" id="{57CCF410-7CEA-D47A-C709-7964C420C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6154" y="181777"/>
            <a:ext cx="4091008" cy="323166"/>
          </a:xfrm>
        </p:spPr>
        <p:txBody>
          <a:bodyPr>
            <a:noAutofit/>
          </a:bodyPr>
          <a:lstStyle/>
          <a:p>
            <a:r>
              <a:rPr lang="en-US" sz="1200" dirty="0"/>
              <a:t>08.01 Purchase Order Drafting &amp; Creation → 08.06 Purchase order Retrieval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A41D74-882C-6DC5-A9DA-05E94012E006}"/>
              </a:ext>
            </a:extLst>
          </p:cNvPr>
          <p:cNvSpPr txBox="1"/>
          <p:nvPr/>
        </p:nvSpPr>
        <p:spPr>
          <a:xfrm>
            <a:off x="6039293" y="259434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98A32847-2E7C-F84C-169E-02A9616DACAB}"/>
              </a:ext>
            </a:extLst>
          </p:cNvPr>
          <p:cNvCxnSpPr>
            <a:stCxn id="6" idx="0"/>
            <a:endCxn id="2" idx="3"/>
          </p:cNvCxnSpPr>
          <p:nvPr/>
        </p:nvCxnSpPr>
        <p:spPr>
          <a:xfrm rot="16200000" flipV="1">
            <a:off x="6619328" y="1450465"/>
            <a:ext cx="1872029" cy="181471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AC4BD78-3CFF-AEEC-B840-9B30DF3AAF83}"/>
              </a:ext>
            </a:extLst>
          </p:cNvPr>
          <p:cNvSpPr txBox="1"/>
          <p:nvPr/>
        </p:nvSpPr>
        <p:spPr>
          <a:xfrm>
            <a:off x="6762483" y="1114126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dirty="0">
                <a:effectLst/>
                <a:latin typeface="Helvetica" pitchFamily="2" charset="0"/>
              </a:rPr>
              <a:t>Displays matching purchase order results</a:t>
            </a:r>
          </a:p>
        </p:txBody>
      </p:sp>
    </p:spTree>
    <p:extLst>
      <p:ext uri="{BB962C8B-B14F-4D97-AF65-F5344CB8AC3E}">
        <p14:creationId xmlns:p14="http://schemas.microsoft.com/office/powerpoint/2010/main" val="3840445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62</Words>
  <Application>Microsoft Macintosh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08.01 Purchase Order Drafting &amp; Creation → 08.06 Purchase order Retrieval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Raj, Mr. Vyom</dc:creator>
  <cp:lastModifiedBy>Raj, Mr. Vyom</cp:lastModifiedBy>
  <cp:revision>4</cp:revision>
  <dcterms:created xsi:type="dcterms:W3CDTF">2026-04-18T03:26:50Z</dcterms:created>
  <dcterms:modified xsi:type="dcterms:W3CDTF">2026-05-03T05:42:10Z</dcterms:modified>
</cp:coreProperties>
</file>