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62" r:id="rId4"/>
    <p:sldId id="272" r:id="rId5"/>
    <p:sldId id="258" r:id="rId6"/>
    <p:sldId id="274" r:id="rId7"/>
    <p:sldId id="276" r:id="rId8"/>
    <p:sldId id="277" r:id="rId9"/>
    <p:sldId id="267" r:id="rId10"/>
    <p:sldId id="269" r:id="rId11"/>
    <p:sldId id="270" r:id="rId12"/>
    <p:sldId id="271" r:id="rId13"/>
    <p:sldId id="279" r:id="rId14"/>
    <p:sldId id="280" r:id="rId15"/>
    <p:sldId id="268" r:id="rId16"/>
  </p:sldIdLst>
  <p:sldSz cx="9144000" cy="5143500" type="screen16x9"/>
  <p:notesSz cx="6858000" cy="9144000"/>
  <p:embeddedFontLst>
    <p:embeddedFont>
      <p:font typeface="Merriweather" panose="00000500000000000000" pitchFamily="2" charset="0"/>
      <p:regular r:id="rId18"/>
      <p:bold r:id="rId19"/>
      <p:italic r:id="rId20"/>
      <p:boldItalic r:id="rId21"/>
    </p:embeddedFont>
    <p:embeddedFont>
      <p:font typeface="Roboto" panose="020000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85AA3A-53E0-9D46-AA71-F2E5E8C27A02}" v="1" dt="2024-05-07T16:02:43.041"/>
    <p1510:client id="{2D2B53F1-2816-517E-A66F-D176D583B710}" v="191" dt="2024-05-07T15:23:55.101"/>
    <p1510:client id="{5A32B884-762E-FD5E-03A8-A7FCEBAA6037}" v="18" dt="2024-05-08T18:24:36.340"/>
    <p1510:client id="{773751A0-2F8A-90FB-191F-89B4C381A979}" v="11" dt="2024-05-08T12:01:37.369"/>
    <p1510:client id="{7866D155-90AC-DDF3-02E7-98E8269C17C4}" v="9" dt="2024-05-08T15:28:02.599"/>
    <p1510:client id="{BAF38A76-6E10-B04D-FD5B-B746E8157C64}" v="192" dt="2024-05-07T13:55:41.481"/>
  </p1510:revLst>
</p1510:revInfo>
</file>

<file path=ppt/tableStyles.xml><?xml version="1.0" encoding="utf-8"?>
<a:tblStyleLst xmlns:a="http://schemas.openxmlformats.org/drawingml/2006/main" def="{A6945E03-9EC1-4349-B23C-B325B3A2A5D5}">
  <a:tblStyle styleId="{A6945E03-9EC1-4349-B23C-B325B3A2A5D5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tcBdr/>
        <a:fill>
          <a:solidFill>
            <a:srgbClr val="D0DEEF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0DEEF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5B9BD5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5B9BD5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5B9BD5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5B9BD5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60"/>
  </p:normalViewPr>
  <p:slideViewPr>
    <p:cSldViewPr snapToGrid="0">
      <p:cViewPr varScale="1">
        <p:scale>
          <a:sx n="111" d="100"/>
          <a:sy n="111" d="100"/>
        </p:scale>
        <p:origin x="63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814869ee1a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814869ee1a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814869ee1a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814869ee1a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814869ee1a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814869ee1a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86302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814869ee1a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814869ee1a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814869ee1a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814869ee1a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91681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814869ee1a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814869ee1a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49226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814869ee1a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814869ee1a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385583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814869ee1a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814869ee1a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814869ee1a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814869ee1a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38595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814869ee1a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814869ee1a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avLst/>
            <a:gdLst/>
            <a:ahLst/>
            <a:cxnLst/>
            <a:rect l="l" t="t" r="r" b="b"/>
            <a:pathLst>
              <a:path w="172545" h="175975" extrusionOk="0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avLst/>
            <a:gdLst/>
            <a:ahLst/>
            <a:cxnLst/>
            <a:rect l="l" t="t" r="r" b="b"/>
            <a:pathLst>
              <a:path w="172676" h="175824" extrusionOk="0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 hasCustomPrompt="1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615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radig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ngimg.com/download/73412" TargetMode="External"/><Relationship Id="rId7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hyperlink" Target="https://www.pngall.com/folders-png/download/5750" TargetMode="Externa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6551712" y="3928287"/>
            <a:ext cx="4860000" cy="18114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n" sz="11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Daanish Shaikh(QA Manager)</a:t>
            </a:r>
            <a:br>
              <a:rPr lang="en" sz="1100" dirty="0">
                <a:latin typeface="Times New Roman"/>
                <a:ea typeface="Times New Roman"/>
                <a:cs typeface="Times New Roman"/>
              </a:rPr>
            </a:br>
            <a:r>
              <a:rPr lang="en" sz="11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Vyom Raj (QA Analyst)</a:t>
            </a:r>
            <a:br>
              <a:rPr lang="en" sz="1100" dirty="0">
                <a:latin typeface="Times New Roman"/>
                <a:ea typeface="Times New Roman"/>
                <a:cs typeface="Times New Roman"/>
              </a:rPr>
            </a:br>
            <a:r>
              <a:rPr lang="en" sz="11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Ashraf </a:t>
            </a:r>
            <a:r>
              <a:rPr lang="en" sz="11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Pinjari</a:t>
            </a:r>
            <a:r>
              <a:rPr lang="en" sz="11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(Business Analyst)</a:t>
            </a:r>
            <a:br>
              <a:rPr lang="en" sz="1100" dirty="0">
                <a:latin typeface="Times New Roman"/>
                <a:ea typeface="Times New Roman"/>
                <a:cs typeface="Times New Roman"/>
              </a:rPr>
            </a:br>
            <a:r>
              <a:rPr lang="en" sz="11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Shlok Shah(Software Tester)</a:t>
            </a:r>
          </a:p>
          <a:p>
            <a:pPr marL="0" indent="0"/>
            <a:endParaRPr lang="en" dirty="0">
              <a:solidFill>
                <a:schemeClr val="lt1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F87C02F-FAC4-59A2-FD6E-5A18F6EA0D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8984" y="584979"/>
            <a:ext cx="1342485" cy="13424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311700" y="289950"/>
            <a:ext cx="8520600" cy="7638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ctr"/>
            <a:r>
              <a:rPr lang="en" dirty="0"/>
              <a:t>Functional Decomposition Diagram</a:t>
            </a:r>
            <a:endParaRPr dirty="0"/>
          </a:p>
          <a:p>
            <a:pPr algn="ctr"/>
            <a:r>
              <a:rPr lang="en" sz="1650" dirty="0"/>
              <a:t>(</a:t>
            </a:r>
            <a:r>
              <a:rPr lang="en-US" sz="1650" dirty="0"/>
              <a:t>presented by </a:t>
            </a:r>
            <a:r>
              <a:rPr lang="en" sz="1650" dirty="0"/>
              <a:t>Ashraf </a:t>
            </a:r>
            <a:r>
              <a:rPr lang="en" sz="1650" dirty="0" err="1"/>
              <a:t>Pinjari</a:t>
            </a:r>
            <a:r>
              <a:rPr lang="en" sz="1650" dirty="0"/>
              <a:t>)</a:t>
            </a:r>
            <a:endParaRPr sz="16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2AB33C-9431-769B-E3FB-0582DB522D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"/>
          <a:stretch>
            <a:fillRect/>
          </a:stretch>
        </p:blipFill>
        <p:spPr>
          <a:xfrm>
            <a:off x="1488948" y="1482352"/>
            <a:ext cx="6166104" cy="34677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>
            <a:spLocks noGrp="1"/>
          </p:cNvSpPr>
          <p:nvPr>
            <p:ph type="title"/>
          </p:nvPr>
        </p:nvSpPr>
        <p:spPr>
          <a:xfrm>
            <a:off x="311725" y="266882"/>
            <a:ext cx="8520600" cy="8177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ctr"/>
            <a:r>
              <a:rPr lang="en" dirty="0"/>
              <a:t>RCT</a:t>
            </a:r>
            <a:br>
              <a:rPr lang="en" dirty="0"/>
            </a:br>
            <a:r>
              <a:rPr lang="en" sz="1900" dirty="0"/>
              <a:t>(</a:t>
            </a:r>
            <a:r>
              <a:rPr lang="en-US" sz="1800" dirty="0"/>
              <a:t>presented by </a:t>
            </a:r>
            <a:r>
              <a:rPr lang="en" sz="1800" dirty="0"/>
              <a:t>Ashraf </a:t>
            </a:r>
            <a:r>
              <a:rPr lang="en" sz="1800" dirty="0" err="1"/>
              <a:t>Pinjari</a:t>
            </a:r>
            <a:r>
              <a:rPr lang="en" sz="1900" dirty="0"/>
              <a:t>)</a:t>
            </a:r>
            <a:endParaRPr lang="en-US" sz="1900" dirty="0"/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5D8F2E53-3D9C-0A44-3267-BE1A8B9DC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1016"/>
            <a:ext cx="9144000" cy="38724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title" idx="4294967295"/>
          </p:nvPr>
        </p:nvSpPr>
        <p:spPr>
          <a:xfrm>
            <a:off x="311150" y="191454"/>
            <a:ext cx="8521700" cy="8143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ctr"/>
            <a:r>
              <a:rPr lang="en" dirty="0"/>
              <a:t>Testing RoadMap</a:t>
            </a:r>
            <a:endParaRPr dirty="0"/>
          </a:p>
          <a:p>
            <a:pPr algn="ctr"/>
            <a:r>
              <a:rPr lang="en" sz="1650" dirty="0"/>
              <a:t>(</a:t>
            </a:r>
            <a:r>
              <a:rPr lang="en-US" sz="1650" dirty="0"/>
              <a:t>presented by </a:t>
            </a:r>
            <a:r>
              <a:rPr lang="en" sz="1650" dirty="0"/>
              <a:t>Shlok Shah)</a:t>
            </a:r>
            <a:endParaRPr sz="1650" dirty="0"/>
          </a:p>
        </p:txBody>
      </p:sp>
      <p:pic>
        <p:nvPicPr>
          <p:cNvPr id="4" name="Picture 3" descr="A table of information with text&#10;&#10;AI-generated content may be incorrect.">
            <a:extLst>
              <a:ext uri="{FF2B5EF4-FFF2-40B4-BE49-F238E27FC236}">
                <a16:creationId xmlns:a16="http://schemas.microsoft.com/office/drawing/2014/main" id="{DA81F85F-94D0-E15C-CBC3-5C9DEC459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368" y="1005841"/>
            <a:ext cx="6199632" cy="413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957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>
            <a:spLocks noGrp="1"/>
          </p:cNvSpPr>
          <p:nvPr>
            <p:ph type="title"/>
          </p:nvPr>
        </p:nvSpPr>
        <p:spPr>
          <a:xfrm>
            <a:off x="311725" y="317228"/>
            <a:ext cx="8520600" cy="7461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ctr"/>
            <a:r>
              <a:rPr lang="en" dirty="0"/>
              <a:t>Test Plan</a:t>
            </a:r>
            <a:endParaRPr dirty="0"/>
          </a:p>
          <a:p>
            <a:pPr algn="ctr"/>
            <a:r>
              <a:rPr lang="en" sz="1650" dirty="0"/>
              <a:t>(</a:t>
            </a:r>
            <a:r>
              <a:rPr lang="en-US" sz="1800" dirty="0"/>
              <a:t>presented by </a:t>
            </a:r>
            <a:r>
              <a:rPr lang="en" sz="1800" dirty="0"/>
              <a:t>Shlok Shah</a:t>
            </a:r>
            <a:r>
              <a:rPr lang="en" sz="1650" dirty="0"/>
              <a:t>)</a:t>
            </a:r>
            <a:endParaRPr sz="165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Picture 2" descr="A list of information on a white background&#10;&#10;AI-generated content may be incorrect.">
            <a:extLst>
              <a:ext uri="{FF2B5EF4-FFF2-40B4-BE49-F238E27FC236}">
                <a16:creationId xmlns:a16="http://schemas.microsoft.com/office/drawing/2014/main" id="{0D417446-4D84-285C-F356-D612D3908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13909"/>
            <a:ext cx="4799850" cy="32506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D80D875-F1FE-AEE7-5048-4F7E24C297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9850" y="1609344"/>
            <a:ext cx="3894361" cy="33421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>
            <a:spLocks noGrp="1"/>
          </p:cNvSpPr>
          <p:nvPr>
            <p:ph type="title"/>
          </p:nvPr>
        </p:nvSpPr>
        <p:spPr>
          <a:xfrm>
            <a:off x="311725" y="317228"/>
            <a:ext cx="8520600" cy="7461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ctr"/>
            <a:r>
              <a:rPr lang="en" dirty="0"/>
              <a:t>Test Design Specification</a:t>
            </a:r>
            <a:endParaRPr dirty="0"/>
          </a:p>
          <a:p>
            <a:pPr algn="ctr"/>
            <a:r>
              <a:rPr lang="en" sz="1650" dirty="0"/>
              <a:t>(</a:t>
            </a:r>
            <a:r>
              <a:rPr lang="en-US" sz="1650" dirty="0"/>
              <a:t>presented by </a:t>
            </a:r>
            <a:r>
              <a:rPr lang="en" sz="1650" dirty="0"/>
              <a:t>Daanish Shaikh)</a:t>
            </a:r>
            <a:endParaRPr sz="165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" name="Picture 3" descr="A screenshot of a document&#10;&#10;AI-generated content may be incorrect.">
            <a:extLst>
              <a:ext uri="{FF2B5EF4-FFF2-40B4-BE49-F238E27FC236}">
                <a16:creationId xmlns:a16="http://schemas.microsoft.com/office/drawing/2014/main" id="{F5C2B7CC-0D50-2E9A-8BC5-F8E684263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98890"/>
            <a:ext cx="9144000" cy="2334853"/>
          </a:xfrm>
          <a:prstGeom prst="rect">
            <a:avLst/>
          </a:prstGeom>
        </p:spPr>
      </p:pic>
      <p:pic>
        <p:nvPicPr>
          <p:cNvPr id="7" name="Picture 6" descr="A close-up of a document&#10;&#10;AI-generated content may be incorrect.">
            <a:extLst>
              <a:ext uri="{FF2B5EF4-FFF2-40B4-BE49-F238E27FC236}">
                <a16:creationId xmlns:a16="http://schemas.microsoft.com/office/drawing/2014/main" id="{52999D18-89FE-C01B-1991-AF04857C0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66160"/>
            <a:ext cx="9144000" cy="157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668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>
            <a:spLocks noGrp="1"/>
          </p:cNvSpPr>
          <p:nvPr>
            <p:ph type="title"/>
          </p:nvPr>
        </p:nvSpPr>
        <p:spPr>
          <a:xfrm>
            <a:off x="311725" y="317228"/>
            <a:ext cx="8520600" cy="7461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ctr"/>
            <a:r>
              <a:rPr lang="en" dirty="0"/>
              <a:t>Test Case Specification</a:t>
            </a:r>
            <a:endParaRPr dirty="0"/>
          </a:p>
          <a:p>
            <a:pPr algn="ctr"/>
            <a:r>
              <a:rPr lang="en" sz="1650" dirty="0"/>
              <a:t>(</a:t>
            </a:r>
            <a:r>
              <a:rPr lang="en-US" sz="1650" dirty="0"/>
              <a:t>presented by </a:t>
            </a:r>
            <a:r>
              <a:rPr lang="en" sz="1650" dirty="0"/>
              <a:t>Daanish Shaikh)</a:t>
            </a:r>
            <a:endParaRPr sz="165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F8D5FC0-CAC2-9CF3-351F-C8448DBDB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1409" y="1274090"/>
            <a:ext cx="5084063" cy="1930632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F3E2EB-B08B-B09E-D084-6C1300A913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1408" y="3302299"/>
            <a:ext cx="5084063" cy="184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352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>
            <a:spLocks noGrp="1"/>
          </p:cNvSpPr>
          <p:nvPr>
            <p:ph type="title"/>
          </p:nvPr>
        </p:nvSpPr>
        <p:spPr>
          <a:xfrm>
            <a:off x="311725" y="317228"/>
            <a:ext cx="8520600" cy="7461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ctr"/>
            <a:r>
              <a:rPr lang="en-US" dirty="0"/>
              <a:t>Test Summary Report</a:t>
            </a:r>
            <a:endParaRPr dirty="0"/>
          </a:p>
          <a:p>
            <a:pPr algn="ctr"/>
            <a:r>
              <a:rPr lang="en" sz="1650" dirty="0"/>
              <a:t>(</a:t>
            </a:r>
            <a:r>
              <a:rPr lang="en-US" sz="1650" dirty="0"/>
              <a:t>presented by </a:t>
            </a:r>
            <a:r>
              <a:rPr lang="en" sz="1650" dirty="0"/>
              <a:t>Daanish Shaikh)</a:t>
            </a:r>
            <a:endParaRPr sz="165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Picture 2" descr="A list of information on a white background&#10;&#10;AI-generated content may be incorrect.">
            <a:extLst>
              <a:ext uri="{FF2B5EF4-FFF2-40B4-BE49-F238E27FC236}">
                <a16:creationId xmlns:a16="http://schemas.microsoft.com/office/drawing/2014/main" id="{FA6AE546-7A5C-7E66-FE3F-39363EE44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006" y="1639062"/>
            <a:ext cx="4661664" cy="3122676"/>
          </a:xfrm>
          <a:prstGeom prst="rect">
            <a:avLst/>
          </a:prstGeom>
        </p:spPr>
      </p:pic>
      <p:pic>
        <p:nvPicPr>
          <p:cNvPr id="12" name="Picture 11" descr="A screenshot of a graph&#10;&#10;AI-generated content may be incorrect.">
            <a:extLst>
              <a:ext uri="{FF2B5EF4-FFF2-40B4-BE49-F238E27FC236}">
                <a16:creationId xmlns:a16="http://schemas.microsoft.com/office/drawing/2014/main" id="{0A2CD346-836B-0CFB-FD16-28B0B20F81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835" y="1483614"/>
            <a:ext cx="3270099" cy="3504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615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>
            <a:spLocks noGrp="1"/>
          </p:cNvSpPr>
          <p:nvPr>
            <p:ph type="title"/>
          </p:nvPr>
        </p:nvSpPr>
        <p:spPr>
          <a:xfrm>
            <a:off x="311700" y="413467"/>
            <a:ext cx="8520600" cy="8110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Application Recorded Demo</a:t>
            </a:r>
            <a:endParaRPr dirty="0"/>
          </a:p>
          <a:p>
            <a:pPr lvl="0" algn="ctr"/>
            <a:r>
              <a:rPr lang="en" sz="1688" dirty="0"/>
              <a:t>(</a:t>
            </a:r>
            <a:r>
              <a:rPr lang="en-US" sz="1800" dirty="0"/>
              <a:t>presented by </a:t>
            </a:r>
            <a:r>
              <a:rPr lang="en" sz="1688" dirty="0"/>
              <a:t>Vyom Raj)</a:t>
            </a:r>
            <a:endParaRPr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C0E2387-7916-EC7A-B722-02AFE116D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2580" y="1344851"/>
            <a:ext cx="5398840" cy="35092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65A504-DC9F-4B72-9F56-7B6982453D92}"/>
              </a:ext>
            </a:extLst>
          </p:cNvPr>
          <p:cNvSpPr txBox="1"/>
          <p:nvPr/>
        </p:nvSpPr>
        <p:spPr>
          <a:xfrm>
            <a:off x="2401173" y="2422113"/>
            <a:ext cx="39549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/>
              <a:t>Appendix:</a:t>
            </a:r>
          </a:p>
          <a:p>
            <a:pPr algn="ctr"/>
            <a:r>
              <a:rPr lang="en-US" sz="3600"/>
              <a:t>GitHub Repository</a:t>
            </a:r>
          </a:p>
        </p:txBody>
      </p:sp>
    </p:spTree>
    <p:extLst>
      <p:ext uri="{BB962C8B-B14F-4D97-AF65-F5344CB8AC3E}">
        <p14:creationId xmlns:p14="http://schemas.microsoft.com/office/powerpoint/2010/main" val="2871186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CD5A0-2D64-623F-BF61-FEDD2A559F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GitHub Repo Link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C95005-F142-AD59-82BB-546169FF45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6460" y="1822225"/>
            <a:ext cx="6691080" cy="738300"/>
          </a:xfrm>
        </p:spPr>
        <p:txBody>
          <a:bodyPr/>
          <a:lstStyle/>
          <a:p>
            <a:pPr marL="146050" indent="0" algn="ctr">
              <a:buNone/>
            </a:pPr>
            <a:r>
              <a:rPr lang="en-US" dirty="0">
                <a:solidFill>
                  <a:schemeClr val="accent3">
                    <a:lumMod val="10000"/>
                  </a:schemeClr>
                </a:solidFill>
                <a:latin typeface="+mj-lt"/>
              </a:rPr>
              <a:t>https://github.com/shlok695/XERO-Test_Suite</a:t>
            </a:r>
          </a:p>
        </p:txBody>
      </p:sp>
    </p:spTree>
    <p:extLst>
      <p:ext uri="{BB962C8B-B14F-4D97-AF65-F5344CB8AC3E}">
        <p14:creationId xmlns:p14="http://schemas.microsoft.com/office/powerpoint/2010/main" val="2937007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BFE88-9F3B-B8DD-C77B-AB18ED4CC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69667"/>
            <a:ext cx="7886700" cy="592505"/>
          </a:xfrm>
        </p:spPr>
        <p:txBody>
          <a:bodyPr>
            <a:normAutofit fontScale="90000"/>
          </a:bodyPr>
          <a:lstStyle/>
          <a:p>
            <a:r>
              <a:rPr lang="en-US"/>
              <a:t>GitHub Repo Folder Structure</a:t>
            </a:r>
          </a:p>
        </p:txBody>
      </p:sp>
      <p:pic>
        <p:nvPicPr>
          <p:cNvPr id="5" name="Content Placeholder 4" descr="A black cat in a circle&#10;&#10;Description automatically generated">
            <a:extLst>
              <a:ext uri="{FF2B5EF4-FFF2-40B4-BE49-F238E27FC236}">
                <a16:creationId xmlns:a16="http://schemas.microsoft.com/office/drawing/2014/main" id="{57380F22-4902-2685-92D6-C3BA03519C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815353" y="862444"/>
            <a:ext cx="933083" cy="945664"/>
          </a:xfrm>
        </p:spPr>
      </p:pic>
      <p:pic>
        <p:nvPicPr>
          <p:cNvPr id="10" name="Picture 9" descr="A blue folder with a black background&#10;&#10;Description automatically generated">
            <a:extLst>
              <a:ext uri="{FF2B5EF4-FFF2-40B4-BE49-F238E27FC236}">
                <a16:creationId xmlns:a16="http://schemas.microsoft.com/office/drawing/2014/main" id="{20230D6E-63B6-6AB5-7A01-8A118D1689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983844" y="2009451"/>
            <a:ext cx="525066" cy="525066"/>
          </a:xfrm>
          <a:prstGeom prst="rect">
            <a:avLst/>
          </a:prstGeom>
        </p:spPr>
      </p:pic>
      <p:pic>
        <p:nvPicPr>
          <p:cNvPr id="12" name="Picture 11" descr="A blue folder with a black background&#10;&#10;Description automatically generated">
            <a:extLst>
              <a:ext uri="{FF2B5EF4-FFF2-40B4-BE49-F238E27FC236}">
                <a16:creationId xmlns:a16="http://schemas.microsoft.com/office/drawing/2014/main" id="{C5CA4D77-415B-CDDE-2F0D-A3F21DDE76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983844" y="2608011"/>
            <a:ext cx="525066" cy="525066"/>
          </a:xfrm>
          <a:prstGeom prst="rect">
            <a:avLst/>
          </a:prstGeom>
        </p:spPr>
      </p:pic>
      <p:pic>
        <p:nvPicPr>
          <p:cNvPr id="13" name="Picture 12" descr="A blue folder with a black background&#10;&#10;Description automatically generated">
            <a:extLst>
              <a:ext uri="{FF2B5EF4-FFF2-40B4-BE49-F238E27FC236}">
                <a16:creationId xmlns:a16="http://schemas.microsoft.com/office/drawing/2014/main" id="{9D29BAD1-6C36-099A-0BAE-637C852CE5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983844" y="3206571"/>
            <a:ext cx="525066" cy="52506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8AF205F-5030-6253-2307-4682672D5241}"/>
              </a:ext>
            </a:extLst>
          </p:cNvPr>
          <p:cNvSpPr txBox="1"/>
          <p:nvPr/>
        </p:nvSpPr>
        <p:spPr>
          <a:xfrm>
            <a:off x="4500507" y="2192315"/>
            <a:ext cx="1010213" cy="25391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050"/>
              <a:t>Test Planning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046BEB-026D-3A9C-C1E2-6F4D6FC41423}"/>
              </a:ext>
            </a:extLst>
          </p:cNvPr>
          <p:cNvSpPr txBox="1"/>
          <p:nvPr/>
        </p:nvSpPr>
        <p:spPr>
          <a:xfrm>
            <a:off x="4500505" y="2748853"/>
            <a:ext cx="904415" cy="25391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050"/>
              <a:t>Test Design</a:t>
            </a: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0D98E3-065A-6EEE-9B23-ED972AB34D53}"/>
              </a:ext>
            </a:extLst>
          </p:cNvPr>
          <p:cNvSpPr txBox="1"/>
          <p:nvPr/>
        </p:nvSpPr>
        <p:spPr>
          <a:xfrm>
            <a:off x="4508909" y="3339009"/>
            <a:ext cx="1075936" cy="25391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050"/>
              <a:t>Test Execution</a:t>
            </a:r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174E5C-9692-13A0-662C-CF8C5B4CBC03}"/>
              </a:ext>
            </a:extLst>
          </p:cNvPr>
          <p:cNvSpPr txBox="1"/>
          <p:nvPr/>
        </p:nvSpPr>
        <p:spPr>
          <a:xfrm>
            <a:off x="4500504" y="4004805"/>
            <a:ext cx="1273105" cy="25391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050"/>
              <a:t>Final Presentation</a:t>
            </a:r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01F87C2-35C3-A008-82E6-0B0ACF05ECE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983844" y="4462524"/>
            <a:ext cx="525066" cy="52506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56CF24D-0C4D-98A1-10AE-0AB92706145E}"/>
              </a:ext>
            </a:extLst>
          </p:cNvPr>
          <p:cNvSpPr txBox="1"/>
          <p:nvPr/>
        </p:nvSpPr>
        <p:spPr>
          <a:xfrm>
            <a:off x="4517314" y="4636983"/>
            <a:ext cx="986167" cy="25391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050"/>
              <a:t>README.md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0C59BFA-A7DF-A08C-E210-C9F1C78F98C4}"/>
              </a:ext>
            </a:extLst>
          </p:cNvPr>
          <p:cNvCxnSpPr>
            <a:cxnSpLocks/>
          </p:cNvCxnSpPr>
          <p:nvPr/>
        </p:nvCxnSpPr>
        <p:spPr>
          <a:xfrm>
            <a:off x="2650051" y="1266497"/>
            <a:ext cx="934026" cy="1544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7B61B54-581A-5D2E-4EE8-5FEE9B62C5DC}"/>
              </a:ext>
            </a:extLst>
          </p:cNvPr>
          <p:cNvCxnSpPr>
            <a:cxnSpLocks/>
          </p:cNvCxnSpPr>
          <p:nvPr/>
        </p:nvCxnSpPr>
        <p:spPr>
          <a:xfrm flipV="1">
            <a:off x="3550460" y="1301658"/>
            <a:ext cx="10391" cy="348222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720AFB2-203B-4025-82AA-6B69BC7E089B}"/>
              </a:ext>
            </a:extLst>
          </p:cNvPr>
          <p:cNvCxnSpPr>
            <a:cxnSpLocks/>
          </p:cNvCxnSpPr>
          <p:nvPr/>
        </p:nvCxnSpPr>
        <p:spPr>
          <a:xfrm>
            <a:off x="3563055" y="2315366"/>
            <a:ext cx="35248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D542788-55FA-0DBD-5C9B-7F36EDF26AF5}"/>
              </a:ext>
            </a:extLst>
          </p:cNvPr>
          <p:cNvCxnSpPr>
            <a:cxnSpLocks/>
          </p:cNvCxnSpPr>
          <p:nvPr/>
        </p:nvCxnSpPr>
        <p:spPr>
          <a:xfrm>
            <a:off x="3579864" y="2870544"/>
            <a:ext cx="35248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25A9650-52DB-80A8-1E1C-6175183753C7}"/>
              </a:ext>
            </a:extLst>
          </p:cNvPr>
          <p:cNvCxnSpPr>
            <a:cxnSpLocks/>
          </p:cNvCxnSpPr>
          <p:nvPr/>
        </p:nvCxnSpPr>
        <p:spPr>
          <a:xfrm>
            <a:off x="3552447" y="3511918"/>
            <a:ext cx="35248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15D6580-D5F3-9A0C-BC95-5F67A6C11C2D}"/>
              </a:ext>
            </a:extLst>
          </p:cNvPr>
          <p:cNvCxnSpPr>
            <a:cxnSpLocks/>
          </p:cNvCxnSpPr>
          <p:nvPr/>
        </p:nvCxnSpPr>
        <p:spPr>
          <a:xfrm>
            <a:off x="3512629" y="4091683"/>
            <a:ext cx="35248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386F9A1-B7E7-AC23-7863-BCD4CC3CE3A9}"/>
              </a:ext>
            </a:extLst>
          </p:cNvPr>
          <p:cNvCxnSpPr>
            <a:cxnSpLocks/>
          </p:cNvCxnSpPr>
          <p:nvPr/>
        </p:nvCxnSpPr>
        <p:spPr>
          <a:xfrm>
            <a:off x="3521033" y="4783887"/>
            <a:ext cx="35248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3" name="Picture 32" descr="A blue folder with a black background&#10;&#10;Description automatically generated">
            <a:extLst>
              <a:ext uri="{FF2B5EF4-FFF2-40B4-BE49-F238E27FC236}">
                <a16:creationId xmlns:a16="http://schemas.microsoft.com/office/drawing/2014/main" id="{B395FA73-56AE-65A3-A645-5F7AF8A1CA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983844" y="1450767"/>
            <a:ext cx="525066" cy="525066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87C9B9C-CD6A-3EAE-D723-17AC8EB3FED8}"/>
              </a:ext>
            </a:extLst>
          </p:cNvPr>
          <p:cNvSpPr txBox="1"/>
          <p:nvPr/>
        </p:nvSpPr>
        <p:spPr>
          <a:xfrm>
            <a:off x="4508911" y="1633631"/>
            <a:ext cx="1026243" cy="25391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050"/>
              <a:t>Requirements</a:t>
            </a:r>
            <a:endParaRPr lang="en-US" err="1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8B3C784-FAB2-214A-2FC4-515EEDE7C126}"/>
              </a:ext>
            </a:extLst>
          </p:cNvPr>
          <p:cNvCxnSpPr>
            <a:cxnSpLocks/>
          </p:cNvCxnSpPr>
          <p:nvPr/>
        </p:nvCxnSpPr>
        <p:spPr>
          <a:xfrm>
            <a:off x="3563055" y="1757681"/>
            <a:ext cx="35248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 descr="A blue folder with a black background&#10;&#10;Description automatically generated">
            <a:extLst>
              <a:ext uri="{FF2B5EF4-FFF2-40B4-BE49-F238E27FC236}">
                <a16:creationId xmlns:a16="http://schemas.microsoft.com/office/drawing/2014/main" id="{258FF77A-F160-13B2-D3C0-379BAAD719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983844" y="3824947"/>
            <a:ext cx="525066" cy="525066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1A387DE6-0F24-8469-787C-B08551A899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2716" y="1635893"/>
            <a:ext cx="2917794" cy="333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473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BFE88-9F3B-B8DD-C77B-AB18ED4CC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69667"/>
            <a:ext cx="7886700" cy="592505"/>
          </a:xfrm>
        </p:spPr>
        <p:txBody>
          <a:bodyPr>
            <a:normAutofit fontScale="90000"/>
          </a:bodyPr>
          <a:lstStyle/>
          <a:p>
            <a:r>
              <a:rPr lang="en-US"/>
              <a:t>GitHub Repo Folder Structure</a:t>
            </a:r>
          </a:p>
        </p:txBody>
      </p:sp>
      <p:pic>
        <p:nvPicPr>
          <p:cNvPr id="7" name="Picture 6" descr="A screenshot of a test&#10;&#10;Description automatically generated">
            <a:extLst>
              <a:ext uri="{FF2B5EF4-FFF2-40B4-BE49-F238E27FC236}">
                <a16:creationId xmlns:a16="http://schemas.microsoft.com/office/drawing/2014/main" id="{DF16977B-A12C-603E-2DFF-E4F296424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780" y="1149052"/>
            <a:ext cx="2544481" cy="3086100"/>
          </a:xfrm>
          <a:prstGeom prst="rect">
            <a:avLst/>
          </a:prstGeom>
        </p:spPr>
      </p:pic>
      <p:pic>
        <p:nvPicPr>
          <p:cNvPr id="8" name="Picture 7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3D56565E-5EB5-E15E-DD6B-1C5FD284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409" y="1149892"/>
            <a:ext cx="2195416" cy="3086100"/>
          </a:xfrm>
          <a:prstGeom prst="rect">
            <a:avLst/>
          </a:prstGeom>
        </p:spPr>
      </p:pic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5B64DA6C-B104-9F49-BD61-D936ADC291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1485" y="1151629"/>
            <a:ext cx="2194878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48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AF06B-40B7-F0FD-1060-8C3B2557A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APPLICATION DEMO</a:t>
            </a:r>
            <a:endParaRPr lang="en-IN" dirty="0"/>
          </a:p>
        </p:txBody>
      </p:sp>
      <p:pic>
        <p:nvPicPr>
          <p:cNvPr id="4" name="15. App Recorded Demo">
            <a:hlinkClick r:id="" action="ppaction://media"/>
            <a:extLst>
              <a:ext uri="{FF2B5EF4-FFF2-40B4-BE49-F238E27FC236}">
                <a16:creationId xmlns:a16="http://schemas.microsoft.com/office/drawing/2014/main" id="{6574B14B-2005-6680-9233-2C311C1068F7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943100" y="1152525"/>
            <a:ext cx="5256213" cy="3416300"/>
          </a:xfrm>
        </p:spPr>
      </p:pic>
    </p:spTree>
    <p:extLst>
      <p:ext uri="{BB962C8B-B14F-4D97-AF65-F5344CB8AC3E}">
        <p14:creationId xmlns:p14="http://schemas.microsoft.com/office/powerpoint/2010/main" val="2340662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015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>
            <a:spLocks noGrp="1"/>
          </p:cNvSpPr>
          <p:nvPr>
            <p:ph type="title"/>
          </p:nvPr>
        </p:nvSpPr>
        <p:spPr>
          <a:xfrm>
            <a:off x="2758150" y="1589575"/>
            <a:ext cx="3894600" cy="12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500"/>
              <a:t>Thank You</a:t>
            </a:r>
            <a:br>
              <a:rPr lang="en" sz="4500"/>
            </a:b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139</Words>
  <Application>Microsoft Office PowerPoint</Application>
  <PresentationFormat>On-screen Show (16:9)</PresentationFormat>
  <Paragraphs>30</Paragraphs>
  <Slides>15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Merriweather</vt:lpstr>
      <vt:lpstr>Arial</vt:lpstr>
      <vt:lpstr>Roboto</vt:lpstr>
      <vt:lpstr>Times New Roman</vt:lpstr>
      <vt:lpstr>Paradigm</vt:lpstr>
      <vt:lpstr>PowerPoint Presentation</vt:lpstr>
      <vt:lpstr>Functional Decomposition Diagram (presented by Ashraf Pinjari)</vt:lpstr>
      <vt:lpstr>RCT (presented by Ashraf Pinjari)</vt:lpstr>
      <vt:lpstr>Testing RoadMap (presented by Shlok Shah)</vt:lpstr>
      <vt:lpstr>Test Plan (presented by Shlok Shah) </vt:lpstr>
      <vt:lpstr>Test Design Specification (presented by Daanish Shaikh) </vt:lpstr>
      <vt:lpstr>Test Case Specification (presented by Daanish Shaikh) </vt:lpstr>
      <vt:lpstr>Test Summary Report (presented by Daanish Shaikh) </vt:lpstr>
      <vt:lpstr>Application Recorded Demo (presented by Vyom Raj)</vt:lpstr>
      <vt:lpstr>PowerPoint Presentation</vt:lpstr>
      <vt:lpstr>GitHub Repo Link</vt:lpstr>
      <vt:lpstr>GitHub Repo Folder Structure</vt:lpstr>
      <vt:lpstr>GitHub Repo Folder Structure</vt:lpstr>
      <vt:lpstr>APPLICATION DEMO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Shlok shah</dc:creator>
  <cp:lastModifiedBy>Shlok shah</cp:lastModifiedBy>
  <cp:revision>26</cp:revision>
  <dcterms:modified xsi:type="dcterms:W3CDTF">2026-05-06T23:41:58Z</dcterms:modified>
</cp:coreProperties>
</file>